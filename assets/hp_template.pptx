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88" r:id="rId5"/>
  </p:sldMasterIdLst>
  <p:notesMasterIdLst>
    <p:notesMasterId r:id="rId14"/>
  </p:notesMasterIdLst>
  <p:sldIdLst/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420" autoAdjust="0"/>
    <p:restoredTop sz="96357" autoAdjust="0"/>
  </p:normalViewPr>
  <p:slideViewPr>
    <p:cSldViewPr snapToGrid="0">
      <p:cViewPr varScale="1">
        <p:scale>
          <a:sx n="106" d="100"/>
          <a:sy n="106" d="100"/>
        </p:scale>
        <p:origin x="7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11C139-8939-4999-BCD9-31568C194966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EFADA8-E317-4A22-9B7F-48C070DA6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05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e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9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5000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2B779-79D9-4206-8D3D-CF646E18FF7E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0" y="5280659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113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ue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5000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FEEBFC1-13C0-46F5-B2C5-CEA752D4C735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0" y="5280660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  <p:sp>
        <p:nvSpPr>
          <p:cNvPr id="12" name="logo"/>
          <p:cNvSpPr>
            <a:spLocks noChangeAspect="1" noEditPoints="1"/>
          </p:cNvSpPr>
          <p:nvPr/>
        </p:nvSpPr>
        <p:spPr bwMode="hidden">
          <a:xfrm>
            <a:off x="10592970" y="5280660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7448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 algn="l">
              <a:defRPr sz="5000" b="0" cap="none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9B5A0-8E53-4A4B-B61E-F83BE99F688F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/>
        </p:nvSpPr>
        <p:spPr bwMode="invGray">
          <a:xfrm>
            <a:off x="11618948" y="6389905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 algn="l">
              <a:defRPr sz="5000" b="0" cap="none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2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303833E-0BA4-4C1B-8645-9D31A8B00B0A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4781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/>
        </p:nvSpPr>
        <p:spPr bwMode="black">
          <a:xfrm>
            <a:off x="11589757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74" y="304800"/>
            <a:ext cx="9144000" cy="2743200"/>
          </a:xfrm>
        </p:spPr>
        <p:txBody>
          <a:bodyPr anchor="t"/>
          <a:lstStyle>
            <a:lvl1pPr marL="174625" indent="-174625" algn="l">
              <a:defRPr sz="5000" b="0" cap="none" spc="-100" baseline="0"/>
            </a:lvl1pPr>
          </a:lstStyle>
          <a:p>
            <a:r>
              <a:t>“Click to add quote here. Type quotation marks before and after text.”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200" baseline="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/>
              <a:t>Click to add quoted person’s name, title, company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F1274C0-8069-4B81-8CA7-E49D56A16BF7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4254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E4E09A-BEF4-4A35-B9A9-9DF7F3266B5B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1510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8DA63-06D9-46C3-BEA0-406F86FD72BB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133856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76401"/>
            <a:ext cx="10972801" cy="441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5328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60A80F-5C37-4A61-B74A-4E60ABAB7BA6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133856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" y="1661890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57400"/>
            <a:ext cx="10972801" cy="4038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3028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40892-8B1F-48E3-B4A9-9EE6EB2DF11B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201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EAEC5-D042-4B7A-9A8B-053506C92BEA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81201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32743-E4CB-43C5-AFF1-9961C11EC37F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724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15712" cy="4800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295401"/>
            <a:ext cx="5315712" cy="4800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1EF70-6DFF-42AE-9C98-1E7BADBC8C0B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515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295400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76401"/>
            <a:ext cx="5315712" cy="441960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6688" y="1295400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676401"/>
            <a:ext cx="5315712" cy="441960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262A6-0408-4D63-B0FE-1A51EF414D9B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343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0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676399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57401"/>
            <a:ext cx="5315712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6688" y="1676399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2057401"/>
            <a:ext cx="5315712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987AA-B00A-469A-B6BB-90C391A36372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550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93CF2-A2E8-46F3-A066-79DC147A0CC6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1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1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78482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8D273C-B5DE-4177-B651-9D2BB980F573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4389121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168641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1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1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879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02817-5D3F-40CC-B92D-B3F8B9183559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0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800"/>
            </a:lvl2pPr>
            <a:lvl3pPr marL="0" indent="0">
              <a:spcBef>
                <a:spcPts val="0"/>
              </a:spcBef>
              <a:buNone/>
              <a:defRPr sz="1800"/>
            </a:lvl3pPr>
            <a:lvl4pPr marL="0" indent="0">
              <a:spcBef>
                <a:spcPts val="0"/>
              </a:spcBef>
              <a:buNone/>
              <a:defRPr sz="1800"/>
            </a:lvl4pPr>
            <a:lvl5pPr marL="0" indent="0">
              <a:spcBef>
                <a:spcPts val="0"/>
              </a:spcBef>
              <a:buNone/>
              <a:defRPr sz="1800"/>
            </a:lvl5pPr>
            <a:lvl6pPr marL="0" indent="0">
              <a:spcBef>
                <a:spcPts val="0"/>
              </a:spcBef>
              <a:buNone/>
              <a:defRPr sz="1800"/>
            </a:lvl6pPr>
            <a:lvl7pPr marL="0" indent="0">
              <a:spcBef>
                <a:spcPts val="0"/>
              </a:spcBef>
              <a:buNone/>
              <a:defRPr sz="1800"/>
            </a:lvl7pPr>
            <a:lvl8pPr marL="0" indent="0">
              <a:spcBef>
                <a:spcPts val="0"/>
              </a:spcBef>
              <a:buNone/>
              <a:defRPr sz="1800"/>
            </a:lvl8pPr>
            <a:lvl9pPr marL="0" indent="0">
              <a:spcBef>
                <a:spcPts val="0"/>
              </a:spcBef>
              <a:buNone/>
              <a:defRPr sz="1800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4389121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168641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1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1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722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7620000" cy="4800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4400" y="1295400"/>
            <a:ext cx="304800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D73EB-CB67-438A-9141-5E3B74A65E07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289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67056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0" y="1295400"/>
            <a:ext cx="390144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269B9D-C2C5-48A6-803F-EFB51B698760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2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67056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1A420C-D3FC-4BCE-B539-F817580A5C33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0960" y="1295400"/>
            <a:ext cx="3901440" cy="48006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4537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5315712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C3E88-1F7A-4A55-920D-AC59FA5F3905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6266688" y="1295400"/>
            <a:ext cx="5315712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53000"/>
            <a:ext cx="5315712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4"/>
          </p:nvPr>
        </p:nvSpPr>
        <p:spPr>
          <a:xfrm>
            <a:off x="6266688" y="4953000"/>
            <a:ext cx="5315712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139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</p:spPr>
        <p:txBody>
          <a:bodyPr anchor="b"/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831E6A-711E-4408-B92F-DE764C3F1C55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>
          <a:xfrm>
            <a:off x="4389121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6"/>
          </p:nvPr>
        </p:nvSpPr>
        <p:spPr>
          <a:xfrm>
            <a:off x="8168641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err="1"/>
              <a:t>Clickicontoaddpicture</a:t>
            </a:r>
            <a:endParaRPr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389121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168641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66383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501E71B-866E-4C63-AD20-32BB6EA72758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invGray">
          <a:xfrm>
            <a:off x="11589757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6479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 bwMode="black">
          <a:xfrm>
            <a:off x="9768842" y="6043634"/>
            <a:ext cx="1931857" cy="258521"/>
            <a:chOff x="3046414" y="3021011"/>
            <a:chExt cx="6095999" cy="815977"/>
          </a:xfrm>
        </p:grpSpPr>
        <p:sp>
          <p:nvSpPr>
            <p:cNvPr id="11" name="Freeform 5"/>
            <p:cNvSpPr>
              <a:spLocks/>
            </p:cNvSpPr>
            <p:nvPr/>
          </p:nvSpPr>
          <p:spPr bwMode="black">
            <a:xfrm>
              <a:off x="3046414" y="3021011"/>
              <a:ext cx="371475" cy="652464"/>
            </a:xfrm>
            <a:custGeom>
              <a:avLst/>
              <a:gdLst>
                <a:gd name="T0" fmla="*/ 0 w 99"/>
                <a:gd name="T1" fmla="*/ 0 h 172"/>
                <a:gd name="T2" fmla="*/ 18 w 99"/>
                <a:gd name="T3" fmla="*/ 0 h 172"/>
                <a:gd name="T4" fmla="*/ 22 w 99"/>
                <a:gd name="T5" fmla="*/ 1 h 172"/>
                <a:gd name="T6" fmla="*/ 24 w 99"/>
                <a:gd name="T7" fmla="*/ 6 h 172"/>
                <a:gd name="T8" fmla="*/ 24 w 99"/>
                <a:gd name="T9" fmla="*/ 101 h 172"/>
                <a:gd name="T10" fmla="*/ 51 w 99"/>
                <a:gd name="T11" fmla="*/ 74 h 172"/>
                <a:gd name="T12" fmla="*/ 70 w 99"/>
                <a:gd name="T13" fmla="*/ 50 h 172"/>
                <a:gd name="T14" fmla="*/ 88 w 99"/>
                <a:gd name="T15" fmla="*/ 50 h 172"/>
                <a:gd name="T16" fmla="*/ 92 w 99"/>
                <a:gd name="T17" fmla="*/ 54 h 172"/>
                <a:gd name="T18" fmla="*/ 90 w 99"/>
                <a:gd name="T19" fmla="*/ 60 h 172"/>
                <a:gd name="T20" fmla="*/ 83 w 99"/>
                <a:gd name="T21" fmla="*/ 69 h 172"/>
                <a:gd name="T22" fmla="*/ 73 w 99"/>
                <a:gd name="T23" fmla="*/ 81 h 172"/>
                <a:gd name="T24" fmla="*/ 60 w 99"/>
                <a:gd name="T25" fmla="*/ 94 h 172"/>
                <a:gd name="T26" fmla="*/ 45 w 99"/>
                <a:gd name="T27" fmla="*/ 107 h 172"/>
                <a:gd name="T28" fmla="*/ 61 w 99"/>
                <a:gd name="T29" fmla="*/ 122 h 172"/>
                <a:gd name="T30" fmla="*/ 75 w 99"/>
                <a:gd name="T31" fmla="*/ 137 h 172"/>
                <a:gd name="T32" fmla="*/ 88 w 99"/>
                <a:gd name="T33" fmla="*/ 153 h 172"/>
                <a:gd name="T34" fmla="*/ 99 w 99"/>
                <a:gd name="T35" fmla="*/ 172 h 172"/>
                <a:gd name="T36" fmla="*/ 77 w 99"/>
                <a:gd name="T37" fmla="*/ 172 h 172"/>
                <a:gd name="T38" fmla="*/ 72 w 99"/>
                <a:gd name="T39" fmla="*/ 171 h 172"/>
                <a:gd name="T40" fmla="*/ 69 w 99"/>
                <a:gd name="T41" fmla="*/ 167 h 172"/>
                <a:gd name="T42" fmla="*/ 61 w 99"/>
                <a:gd name="T43" fmla="*/ 153 h 172"/>
                <a:gd name="T44" fmla="*/ 50 w 99"/>
                <a:gd name="T45" fmla="*/ 141 h 172"/>
                <a:gd name="T46" fmla="*/ 38 w 99"/>
                <a:gd name="T47" fmla="*/ 128 h 172"/>
                <a:gd name="T48" fmla="*/ 24 w 99"/>
                <a:gd name="T49" fmla="*/ 115 h 172"/>
                <a:gd name="T50" fmla="*/ 24 w 99"/>
                <a:gd name="T51" fmla="*/ 172 h 172"/>
                <a:gd name="T52" fmla="*/ 5 w 99"/>
                <a:gd name="T53" fmla="*/ 172 h 172"/>
                <a:gd name="T54" fmla="*/ 0 w 99"/>
                <a:gd name="T55" fmla="*/ 167 h 172"/>
                <a:gd name="T56" fmla="*/ 0 w 99"/>
                <a:gd name="T5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9" h="17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1" y="0"/>
                    <a:pt x="22" y="1"/>
                  </a:cubicBezTo>
                  <a:cubicBezTo>
                    <a:pt x="23" y="2"/>
                    <a:pt x="24" y="4"/>
                    <a:pt x="24" y="6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35" y="92"/>
                    <a:pt x="44" y="83"/>
                    <a:pt x="51" y="74"/>
                  </a:cubicBezTo>
                  <a:cubicBezTo>
                    <a:pt x="58" y="66"/>
                    <a:pt x="65" y="58"/>
                    <a:pt x="70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1" y="50"/>
                    <a:pt x="92" y="52"/>
                    <a:pt x="92" y="54"/>
                  </a:cubicBezTo>
                  <a:cubicBezTo>
                    <a:pt x="92" y="56"/>
                    <a:pt x="91" y="58"/>
                    <a:pt x="90" y="60"/>
                  </a:cubicBezTo>
                  <a:cubicBezTo>
                    <a:pt x="88" y="63"/>
                    <a:pt x="86" y="65"/>
                    <a:pt x="83" y="69"/>
                  </a:cubicBezTo>
                  <a:cubicBezTo>
                    <a:pt x="81" y="73"/>
                    <a:pt x="77" y="77"/>
                    <a:pt x="73" y="81"/>
                  </a:cubicBezTo>
                  <a:cubicBezTo>
                    <a:pt x="69" y="85"/>
                    <a:pt x="65" y="90"/>
                    <a:pt x="60" y="94"/>
                  </a:cubicBezTo>
                  <a:cubicBezTo>
                    <a:pt x="55" y="99"/>
                    <a:pt x="50" y="103"/>
                    <a:pt x="45" y="107"/>
                  </a:cubicBezTo>
                  <a:cubicBezTo>
                    <a:pt x="51" y="112"/>
                    <a:pt x="57" y="117"/>
                    <a:pt x="61" y="122"/>
                  </a:cubicBezTo>
                  <a:cubicBezTo>
                    <a:pt x="66" y="126"/>
                    <a:pt x="71" y="132"/>
                    <a:pt x="75" y="137"/>
                  </a:cubicBezTo>
                  <a:cubicBezTo>
                    <a:pt x="80" y="142"/>
                    <a:pt x="84" y="148"/>
                    <a:pt x="88" y="153"/>
                  </a:cubicBezTo>
                  <a:cubicBezTo>
                    <a:pt x="92" y="159"/>
                    <a:pt x="95" y="166"/>
                    <a:pt x="99" y="172"/>
                  </a:cubicBezTo>
                  <a:cubicBezTo>
                    <a:pt x="77" y="172"/>
                    <a:pt x="77" y="172"/>
                    <a:pt x="77" y="172"/>
                  </a:cubicBezTo>
                  <a:cubicBezTo>
                    <a:pt x="75" y="172"/>
                    <a:pt x="73" y="172"/>
                    <a:pt x="72" y="171"/>
                  </a:cubicBezTo>
                  <a:cubicBezTo>
                    <a:pt x="71" y="170"/>
                    <a:pt x="70" y="169"/>
                    <a:pt x="69" y="167"/>
                  </a:cubicBezTo>
                  <a:cubicBezTo>
                    <a:pt x="67" y="162"/>
                    <a:pt x="64" y="158"/>
                    <a:pt x="61" y="153"/>
                  </a:cubicBezTo>
                  <a:cubicBezTo>
                    <a:pt x="57" y="149"/>
                    <a:pt x="54" y="145"/>
                    <a:pt x="50" y="141"/>
                  </a:cubicBezTo>
                  <a:cubicBezTo>
                    <a:pt x="47" y="137"/>
                    <a:pt x="43" y="132"/>
                    <a:pt x="38" y="128"/>
                  </a:cubicBezTo>
                  <a:cubicBezTo>
                    <a:pt x="34" y="124"/>
                    <a:pt x="29" y="119"/>
                    <a:pt x="24" y="115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2" y="172"/>
                    <a:pt x="0" y="170"/>
                    <a:pt x="0" y="1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black">
            <a:xfrm>
              <a:off x="3444876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6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7 w 96"/>
                <a:gd name="T19" fmla="*/ 126 h 128"/>
                <a:gd name="T20" fmla="*/ 54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4 w 96"/>
                <a:gd name="T27" fmla="*/ 94 h 128"/>
                <a:gd name="T28" fmla="*/ 0 w 96"/>
                <a:gd name="T29" fmla="*/ 65 h 128"/>
                <a:gd name="T30" fmla="*/ 4 w 96"/>
                <a:gd name="T31" fmla="*/ 35 h 128"/>
                <a:gd name="T32" fmla="*/ 13 w 96"/>
                <a:gd name="T33" fmla="*/ 15 h 128"/>
                <a:gd name="T34" fmla="*/ 29 w 96"/>
                <a:gd name="T35" fmla="*/ 4 h 128"/>
                <a:gd name="T36" fmla="*/ 51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4 w 96"/>
                <a:gd name="T49" fmla="*/ 73 h 128"/>
                <a:gd name="T50" fmla="*/ 23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70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29 w 96"/>
                <a:gd name="T65" fmla="*/ 29 h 128"/>
                <a:gd name="T66" fmla="*/ 25 w 96"/>
                <a:gd name="T67" fmla="*/ 40 h 128"/>
                <a:gd name="T68" fmla="*/ 23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4" y="80"/>
                    <a:pt x="25" y="85"/>
                    <a:pt x="26" y="90"/>
                  </a:cubicBezTo>
                  <a:cubicBezTo>
                    <a:pt x="27" y="94"/>
                    <a:pt x="29" y="98"/>
                    <a:pt x="31" y="100"/>
                  </a:cubicBezTo>
                  <a:cubicBezTo>
                    <a:pt x="34" y="103"/>
                    <a:pt x="37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1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9" y="124"/>
                    <a:pt x="83" y="125"/>
                    <a:pt x="77" y="126"/>
                  </a:cubicBezTo>
                  <a:cubicBezTo>
                    <a:pt x="70" y="127"/>
                    <a:pt x="62" y="128"/>
                    <a:pt x="54" y="128"/>
                  </a:cubicBezTo>
                  <a:cubicBezTo>
                    <a:pt x="45" y="128"/>
                    <a:pt x="37" y="127"/>
                    <a:pt x="30" y="125"/>
                  </a:cubicBezTo>
                  <a:cubicBezTo>
                    <a:pt x="23" y="122"/>
                    <a:pt x="18" y="119"/>
                    <a:pt x="13" y="114"/>
                  </a:cubicBezTo>
                  <a:cubicBezTo>
                    <a:pt x="9" y="109"/>
                    <a:pt x="6" y="102"/>
                    <a:pt x="4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4" y="35"/>
                  </a:cubicBezTo>
                  <a:cubicBezTo>
                    <a:pt x="6" y="27"/>
                    <a:pt x="9" y="20"/>
                    <a:pt x="13" y="15"/>
                  </a:cubicBezTo>
                  <a:cubicBezTo>
                    <a:pt x="17" y="10"/>
                    <a:pt x="23" y="6"/>
                    <a:pt x="29" y="4"/>
                  </a:cubicBezTo>
                  <a:cubicBezTo>
                    <a:pt x="35" y="1"/>
                    <a:pt x="42" y="0"/>
                    <a:pt x="51" y="0"/>
                  </a:cubicBezTo>
                  <a:cubicBezTo>
                    <a:pt x="60" y="0"/>
                    <a:pt x="67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1" y="19"/>
                    <a:pt x="93" y="25"/>
                    <a:pt x="94" y="31"/>
                  </a:cubicBezTo>
                  <a:cubicBezTo>
                    <a:pt x="96" y="37"/>
                    <a:pt x="96" y="43"/>
                    <a:pt x="96" y="50"/>
                  </a:cubicBezTo>
                  <a:cubicBezTo>
                    <a:pt x="96" y="55"/>
                    <a:pt x="96" y="59"/>
                    <a:pt x="95" y="63"/>
                  </a:cubicBezTo>
                  <a:cubicBezTo>
                    <a:pt x="95" y="68"/>
                    <a:pt x="94" y="71"/>
                    <a:pt x="94" y="73"/>
                  </a:cubicBezTo>
                  <a:lnTo>
                    <a:pt x="23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70" y="26"/>
                  </a:cubicBezTo>
                  <a:cubicBezTo>
                    <a:pt x="67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2" y="25"/>
                    <a:pt x="29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4" y="50"/>
                    <a:pt x="23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black">
            <a:xfrm>
              <a:off x="3890964" y="3198810"/>
              <a:ext cx="361949" cy="487363"/>
            </a:xfrm>
            <a:custGeom>
              <a:avLst/>
              <a:gdLst>
                <a:gd name="T0" fmla="*/ 24 w 96"/>
                <a:gd name="T1" fmla="*/ 73 h 128"/>
                <a:gd name="T2" fmla="*/ 26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7 w 96"/>
                <a:gd name="T19" fmla="*/ 126 h 128"/>
                <a:gd name="T20" fmla="*/ 54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4 w 96"/>
                <a:gd name="T27" fmla="*/ 94 h 128"/>
                <a:gd name="T28" fmla="*/ 0 w 96"/>
                <a:gd name="T29" fmla="*/ 65 h 128"/>
                <a:gd name="T30" fmla="*/ 4 w 96"/>
                <a:gd name="T31" fmla="*/ 35 h 128"/>
                <a:gd name="T32" fmla="*/ 13 w 96"/>
                <a:gd name="T33" fmla="*/ 15 h 128"/>
                <a:gd name="T34" fmla="*/ 29 w 96"/>
                <a:gd name="T35" fmla="*/ 4 h 128"/>
                <a:gd name="T36" fmla="*/ 51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6 w 96"/>
                <a:gd name="T47" fmla="*/ 63 h 128"/>
                <a:gd name="T48" fmla="*/ 94 w 96"/>
                <a:gd name="T49" fmla="*/ 73 h 128"/>
                <a:gd name="T50" fmla="*/ 24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70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30 w 96"/>
                <a:gd name="T65" fmla="*/ 29 h 128"/>
                <a:gd name="T66" fmla="*/ 25 w 96"/>
                <a:gd name="T67" fmla="*/ 40 h 128"/>
                <a:gd name="T68" fmla="*/ 24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4" y="73"/>
                  </a:moveTo>
                  <a:cubicBezTo>
                    <a:pt x="24" y="80"/>
                    <a:pt x="25" y="85"/>
                    <a:pt x="26" y="90"/>
                  </a:cubicBezTo>
                  <a:cubicBezTo>
                    <a:pt x="27" y="94"/>
                    <a:pt x="29" y="98"/>
                    <a:pt x="31" y="100"/>
                  </a:cubicBezTo>
                  <a:cubicBezTo>
                    <a:pt x="34" y="103"/>
                    <a:pt x="38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6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1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9" y="124"/>
                    <a:pt x="83" y="125"/>
                    <a:pt x="77" y="126"/>
                  </a:cubicBezTo>
                  <a:cubicBezTo>
                    <a:pt x="70" y="127"/>
                    <a:pt x="62" y="128"/>
                    <a:pt x="54" y="128"/>
                  </a:cubicBezTo>
                  <a:cubicBezTo>
                    <a:pt x="45" y="128"/>
                    <a:pt x="37" y="127"/>
                    <a:pt x="30" y="125"/>
                  </a:cubicBezTo>
                  <a:cubicBezTo>
                    <a:pt x="23" y="122"/>
                    <a:pt x="18" y="119"/>
                    <a:pt x="13" y="114"/>
                  </a:cubicBezTo>
                  <a:cubicBezTo>
                    <a:pt x="9" y="109"/>
                    <a:pt x="6" y="102"/>
                    <a:pt x="4" y="94"/>
                  </a:cubicBezTo>
                  <a:cubicBezTo>
                    <a:pt x="2" y="86"/>
                    <a:pt x="0" y="76"/>
                    <a:pt x="0" y="65"/>
                  </a:cubicBezTo>
                  <a:cubicBezTo>
                    <a:pt x="0" y="53"/>
                    <a:pt x="2" y="43"/>
                    <a:pt x="4" y="35"/>
                  </a:cubicBezTo>
                  <a:cubicBezTo>
                    <a:pt x="6" y="27"/>
                    <a:pt x="9" y="20"/>
                    <a:pt x="13" y="15"/>
                  </a:cubicBezTo>
                  <a:cubicBezTo>
                    <a:pt x="17" y="10"/>
                    <a:pt x="23" y="6"/>
                    <a:pt x="29" y="4"/>
                  </a:cubicBezTo>
                  <a:cubicBezTo>
                    <a:pt x="35" y="1"/>
                    <a:pt x="42" y="0"/>
                    <a:pt x="51" y="0"/>
                  </a:cubicBezTo>
                  <a:cubicBezTo>
                    <a:pt x="60" y="0"/>
                    <a:pt x="68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1" y="19"/>
                    <a:pt x="93" y="25"/>
                    <a:pt x="94" y="31"/>
                  </a:cubicBezTo>
                  <a:cubicBezTo>
                    <a:pt x="96" y="37"/>
                    <a:pt x="96" y="43"/>
                    <a:pt x="96" y="50"/>
                  </a:cubicBezTo>
                  <a:cubicBezTo>
                    <a:pt x="96" y="55"/>
                    <a:pt x="96" y="59"/>
                    <a:pt x="96" y="63"/>
                  </a:cubicBezTo>
                  <a:cubicBezTo>
                    <a:pt x="95" y="68"/>
                    <a:pt x="94" y="71"/>
                    <a:pt x="94" y="73"/>
                  </a:cubicBezTo>
                  <a:lnTo>
                    <a:pt x="24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70" y="26"/>
                  </a:cubicBezTo>
                  <a:cubicBezTo>
                    <a:pt x="67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2" y="25"/>
                    <a:pt x="30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4" y="50"/>
                    <a:pt x="24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black">
            <a:xfrm>
              <a:off x="4327526" y="3201985"/>
              <a:ext cx="398462" cy="627062"/>
            </a:xfrm>
            <a:custGeom>
              <a:avLst/>
              <a:gdLst>
                <a:gd name="T0" fmla="*/ 61 w 106"/>
                <a:gd name="T1" fmla="*/ 126 h 165"/>
                <a:gd name="T2" fmla="*/ 44 w 106"/>
                <a:gd name="T3" fmla="*/ 123 h 165"/>
                <a:gd name="T4" fmla="*/ 32 w 106"/>
                <a:gd name="T5" fmla="*/ 118 h 165"/>
                <a:gd name="T6" fmla="*/ 32 w 106"/>
                <a:gd name="T7" fmla="*/ 165 h 165"/>
                <a:gd name="T8" fmla="*/ 14 w 106"/>
                <a:gd name="T9" fmla="*/ 165 h 165"/>
                <a:gd name="T10" fmla="*/ 8 w 106"/>
                <a:gd name="T11" fmla="*/ 160 h 165"/>
                <a:gd name="T12" fmla="*/ 8 w 106"/>
                <a:gd name="T13" fmla="*/ 79 h 165"/>
                <a:gd name="T14" fmla="*/ 8 w 106"/>
                <a:gd name="T15" fmla="*/ 51 h 165"/>
                <a:gd name="T16" fmla="*/ 9 w 106"/>
                <a:gd name="T17" fmla="*/ 22 h 165"/>
                <a:gd name="T18" fmla="*/ 5 w 106"/>
                <a:gd name="T19" fmla="*/ 22 h 165"/>
                <a:gd name="T20" fmla="*/ 0 w 106"/>
                <a:gd name="T21" fmla="*/ 17 h 165"/>
                <a:gd name="T22" fmla="*/ 0 w 106"/>
                <a:gd name="T23" fmla="*/ 5 h 165"/>
                <a:gd name="T24" fmla="*/ 9 w 106"/>
                <a:gd name="T25" fmla="*/ 3 h 165"/>
                <a:gd name="T26" fmla="*/ 21 w 106"/>
                <a:gd name="T27" fmla="*/ 2 h 165"/>
                <a:gd name="T28" fmla="*/ 34 w 106"/>
                <a:gd name="T29" fmla="*/ 1 h 165"/>
                <a:gd name="T30" fmla="*/ 47 w 106"/>
                <a:gd name="T31" fmla="*/ 0 h 165"/>
                <a:gd name="T32" fmla="*/ 74 w 106"/>
                <a:gd name="T33" fmla="*/ 3 h 165"/>
                <a:gd name="T34" fmla="*/ 92 w 106"/>
                <a:gd name="T35" fmla="*/ 14 h 165"/>
                <a:gd name="T36" fmla="*/ 102 w 106"/>
                <a:gd name="T37" fmla="*/ 33 h 165"/>
                <a:gd name="T38" fmla="*/ 106 w 106"/>
                <a:gd name="T39" fmla="*/ 63 h 165"/>
                <a:gd name="T40" fmla="*/ 95 w 106"/>
                <a:gd name="T41" fmla="*/ 111 h 165"/>
                <a:gd name="T42" fmla="*/ 61 w 106"/>
                <a:gd name="T43" fmla="*/ 126 h 165"/>
                <a:gd name="T44" fmla="*/ 54 w 106"/>
                <a:gd name="T45" fmla="*/ 107 h 165"/>
                <a:gd name="T46" fmla="*/ 66 w 106"/>
                <a:gd name="T47" fmla="*/ 105 h 165"/>
                <a:gd name="T48" fmla="*/ 75 w 106"/>
                <a:gd name="T49" fmla="*/ 98 h 165"/>
                <a:gd name="T50" fmla="*/ 80 w 106"/>
                <a:gd name="T51" fmla="*/ 84 h 165"/>
                <a:gd name="T52" fmla="*/ 81 w 106"/>
                <a:gd name="T53" fmla="*/ 63 h 165"/>
                <a:gd name="T54" fmla="*/ 80 w 106"/>
                <a:gd name="T55" fmla="*/ 43 h 165"/>
                <a:gd name="T56" fmla="*/ 75 w 106"/>
                <a:gd name="T57" fmla="*/ 29 h 165"/>
                <a:gd name="T58" fmla="*/ 64 w 106"/>
                <a:gd name="T59" fmla="*/ 22 h 165"/>
                <a:gd name="T60" fmla="*/ 47 w 106"/>
                <a:gd name="T61" fmla="*/ 19 h 165"/>
                <a:gd name="T62" fmla="*/ 40 w 106"/>
                <a:gd name="T63" fmla="*/ 20 h 165"/>
                <a:gd name="T64" fmla="*/ 32 w 106"/>
                <a:gd name="T65" fmla="*/ 20 h 165"/>
                <a:gd name="T66" fmla="*/ 32 w 106"/>
                <a:gd name="T67" fmla="*/ 102 h 165"/>
                <a:gd name="T68" fmla="*/ 42 w 106"/>
                <a:gd name="T69" fmla="*/ 105 h 165"/>
                <a:gd name="T70" fmla="*/ 54 w 106"/>
                <a:gd name="T71" fmla="*/ 10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6" h="165">
                  <a:moveTo>
                    <a:pt x="61" y="126"/>
                  </a:moveTo>
                  <a:cubicBezTo>
                    <a:pt x="54" y="126"/>
                    <a:pt x="48" y="125"/>
                    <a:pt x="44" y="123"/>
                  </a:cubicBezTo>
                  <a:cubicBezTo>
                    <a:pt x="39" y="122"/>
                    <a:pt x="35" y="120"/>
                    <a:pt x="32" y="118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14" y="165"/>
                    <a:pt x="14" y="165"/>
                    <a:pt x="14" y="165"/>
                  </a:cubicBezTo>
                  <a:cubicBezTo>
                    <a:pt x="10" y="165"/>
                    <a:pt x="8" y="163"/>
                    <a:pt x="8" y="160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70"/>
                    <a:pt x="8" y="60"/>
                    <a:pt x="8" y="51"/>
                  </a:cubicBezTo>
                  <a:cubicBezTo>
                    <a:pt x="8" y="41"/>
                    <a:pt x="9" y="31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2" y="22"/>
                    <a:pt x="0" y="20"/>
                    <a:pt x="0" y="1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5" y="4"/>
                    <a:pt x="9" y="3"/>
                  </a:cubicBezTo>
                  <a:cubicBezTo>
                    <a:pt x="13" y="3"/>
                    <a:pt x="16" y="2"/>
                    <a:pt x="21" y="2"/>
                  </a:cubicBezTo>
                  <a:cubicBezTo>
                    <a:pt x="25" y="2"/>
                    <a:pt x="29" y="1"/>
                    <a:pt x="34" y="1"/>
                  </a:cubicBezTo>
                  <a:cubicBezTo>
                    <a:pt x="38" y="1"/>
                    <a:pt x="43" y="0"/>
                    <a:pt x="47" y="0"/>
                  </a:cubicBezTo>
                  <a:cubicBezTo>
                    <a:pt x="57" y="0"/>
                    <a:pt x="66" y="1"/>
                    <a:pt x="74" y="3"/>
                  </a:cubicBezTo>
                  <a:cubicBezTo>
                    <a:pt x="81" y="5"/>
                    <a:pt x="87" y="9"/>
                    <a:pt x="92" y="14"/>
                  </a:cubicBezTo>
                  <a:cubicBezTo>
                    <a:pt x="97" y="18"/>
                    <a:pt x="100" y="25"/>
                    <a:pt x="102" y="33"/>
                  </a:cubicBezTo>
                  <a:cubicBezTo>
                    <a:pt x="105" y="41"/>
                    <a:pt x="106" y="51"/>
                    <a:pt x="106" y="63"/>
                  </a:cubicBezTo>
                  <a:cubicBezTo>
                    <a:pt x="106" y="84"/>
                    <a:pt x="102" y="100"/>
                    <a:pt x="95" y="111"/>
                  </a:cubicBezTo>
                  <a:cubicBezTo>
                    <a:pt x="87" y="121"/>
                    <a:pt x="76" y="126"/>
                    <a:pt x="61" y="126"/>
                  </a:cubicBezTo>
                  <a:close/>
                  <a:moveTo>
                    <a:pt x="54" y="107"/>
                  </a:moveTo>
                  <a:cubicBezTo>
                    <a:pt x="59" y="107"/>
                    <a:pt x="63" y="106"/>
                    <a:pt x="66" y="105"/>
                  </a:cubicBezTo>
                  <a:cubicBezTo>
                    <a:pt x="70" y="103"/>
                    <a:pt x="73" y="101"/>
                    <a:pt x="75" y="98"/>
                  </a:cubicBezTo>
                  <a:cubicBezTo>
                    <a:pt x="77" y="94"/>
                    <a:pt x="79" y="90"/>
                    <a:pt x="80" y="84"/>
                  </a:cubicBezTo>
                  <a:cubicBezTo>
                    <a:pt x="81" y="78"/>
                    <a:pt x="81" y="71"/>
                    <a:pt x="81" y="63"/>
                  </a:cubicBezTo>
                  <a:cubicBezTo>
                    <a:pt x="81" y="55"/>
                    <a:pt x="81" y="48"/>
                    <a:pt x="80" y="43"/>
                  </a:cubicBezTo>
                  <a:cubicBezTo>
                    <a:pt x="79" y="37"/>
                    <a:pt x="77" y="33"/>
                    <a:pt x="75" y="29"/>
                  </a:cubicBezTo>
                  <a:cubicBezTo>
                    <a:pt x="72" y="26"/>
                    <a:pt x="69" y="23"/>
                    <a:pt x="64" y="22"/>
                  </a:cubicBezTo>
                  <a:cubicBezTo>
                    <a:pt x="60" y="20"/>
                    <a:pt x="54" y="19"/>
                    <a:pt x="47" y="19"/>
                  </a:cubicBezTo>
                  <a:cubicBezTo>
                    <a:pt x="45" y="19"/>
                    <a:pt x="43" y="19"/>
                    <a:pt x="40" y="20"/>
                  </a:cubicBezTo>
                  <a:cubicBezTo>
                    <a:pt x="37" y="20"/>
                    <a:pt x="34" y="20"/>
                    <a:pt x="32" y="20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5" y="103"/>
                    <a:pt x="39" y="104"/>
                    <a:pt x="42" y="105"/>
                  </a:cubicBezTo>
                  <a:cubicBezTo>
                    <a:pt x="45" y="106"/>
                    <a:pt x="49" y="107"/>
                    <a:pt x="54" y="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black">
            <a:xfrm>
              <a:off x="5006974" y="3206748"/>
              <a:ext cx="236539" cy="466723"/>
            </a:xfrm>
            <a:custGeom>
              <a:avLst/>
              <a:gdLst>
                <a:gd name="T0" fmla="*/ 55 w 63"/>
                <a:gd name="T1" fmla="*/ 0 h 123"/>
                <a:gd name="T2" fmla="*/ 62 w 63"/>
                <a:gd name="T3" fmla="*/ 2 h 123"/>
                <a:gd name="T4" fmla="*/ 63 w 63"/>
                <a:gd name="T5" fmla="*/ 6 h 123"/>
                <a:gd name="T6" fmla="*/ 63 w 63"/>
                <a:gd name="T7" fmla="*/ 22 h 123"/>
                <a:gd name="T8" fmla="*/ 60 w 63"/>
                <a:gd name="T9" fmla="*/ 22 h 123"/>
                <a:gd name="T10" fmla="*/ 57 w 63"/>
                <a:gd name="T11" fmla="*/ 22 h 123"/>
                <a:gd name="T12" fmla="*/ 39 w 63"/>
                <a:gd name="T13" fmla="*/ 25 h 123"/>
                <a:gd name="T14" fmla="*/ 24 w 63"/>
                <a:gd name="T15" fmla="*/ 36 h 123"/>
                <a:gd name="T16" fmla="*/ 24 w 63"/>
                <a:gd name="T17" fmla="*/ 123 h 123"/>
                <a:gd name="T18" fmla="*/ 5 w 63"/>
                <a:gd name="T19" fmla="*/ 123 h 123"/>
                <a:gd name="T20" fmla="*/ 0 w 63"/>
                <a:gd name="T21" fmla="*/ 118 h 123"/>
                <a:gd name="T22" fmla="*/ 0 w 63"/>
                <a:gd name="T23" fmla="*/ 1 h 123"/>
                <a:gd name="T24" fmla="*/ 14 w 63"/>
                <a:gd name="T25" fmla="*/ 1 h 123"/>
                <a:gd name="T26" fmla="*/ 19 w 63"/>
                <a:gd name="T27" fmla="*/ 2 h 123"/>
                <a:gd name="T28" fmla="*/ 21 w 63"/>
                <a:gd name="T29" fmla="*/ 7 h 123"/>
                <a:gd name="T30" fmla="*/ 22 w 63"/>
                <a:gd name="T31" fmla="*/ 18 h 123"/>
                <a:gd name="T32" fmla="*/ 36 w 63"/>
                <a:gd name="T33" fmla="*/ 6 h 123"/>
                <a:gd name="T34" fmla="*/ 55 w 63"/>
                <a:gd name="T3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123">
                  <a:moveTo>
                    <a:pt x="55" y="0"/>
                  </a:moveTo>
                  <a:cubicBezTo>
                    <a:pt x="58" y="0"/>
                    <a:pt x="60" y="1"/>
                    <a:pt x="62" y="2"/>
                  </a:cubicBezTo>
                  <a:cubicBezTo>
                    <a:pt x="63" y="3"/>
                    <a:pt x="63" y="4"/>
                    <a:pt x="63" y="6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2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0" y="22"/>
                    <a:pt x="44" y="23"/>
                    <a:pt x="39" y="25"/>
                  </a:cubicBezTo>
                  <a:cubicBezTo>
                    <a:pt x="34" y="27"/>
                    <a:pt x="29" y="31"/>
                    <a:pt x="24" y="36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2" y="123"/>
                    <a:pt x="0" y="121"/>
                    <a:pt x="0" y="1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6" y="1"/>
                    <a:pt x="18" y="2"/>
                    <a:pt x="19" y="2"/>
                  </a:cubicBezTo>
                  <a:cubicBezTo>
                    <a:pt x="20" y="3"/>
                    <a:pt x="21" y="5"/>
                    <a:pt x="21" y="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6" y="13"/>
                    <a:pt x="30" y="9"/>
                    <a:pt x="36" y="6"/>
                  </a:cubicBezTo>
                  <a:cubicBezTo>
                    <a:pt x="42" y="2"/>
                    <a:pt x="48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black">
            <a:xfrm>
              <a:off x="5295902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5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6 w 96"/>
                <a:gd name="T19" fmla="*/ 126 h 128"/>
                <a:gd name="T20" fmla="*/ 53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3 w 96"/>
                <a:gd name="T27" fmla="*/ 94 h 128"/>
                <a:gd name="T28" fmla="*/ 0 w 96"/>
                <a:gd name="T29" fmla="*/ 65 h 128"/>
                <a:gd name="T30" fmla="*/ 3 w 96"/>
                <a:gd name="T31" fmla="*/ 35 h 128"/>
                <a:gd name="T32" fmla="*/ 13 w 96"/>
                <a:gd name="T33" fmla="*/ 15 h 128"/>
                <a:gd name="T34" fmla="*/ 28 w 96"/>
                <a:gd name="T35" fmla="*/ 4 h 128"/>
                <a:gd name="T36" fmla="*/ 50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3 w 96"/>
                <a:gd name="T49" fmla="*/ 73 h 128"/>
                <a:gd name="T50" fmla="*/ 23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69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29 w 96"/>
                <a:gd name="T65" fmla="*/ 29 h 128"/>
                <a:gd name="T66" fmla="*/ 25 w 96"/>
                <a:gd name="T67" fmla="*/ 40 h 128"/>
                <a:gd name="T68" fmla="*/ 23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4" y="80"/>
                    <a:pt x="24" y="85"/>
                    <a:pt x="25" y="90"/>
                  </a:cubicBezTo>
                  <a:cubicBezTo>
                    <a:pt x="26" y="94"/>
                    <a:pt x="28" y="98"/>
                    <a:pt x="31" y="100"/>
                  </a:cubicBezTo>
                  <a:cubicBezTo>
                    <a:pt x="34" y="103"/>
                    <a:pt x="37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0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8" y="124"/>
                    <a:pt x="83" y="125"/>
                    <a:pt x="76" y="126"/>
                  </a:cubicBezTo>
                  <a:cubicBezTo>
                    <a:pt x="70" y="127"/>
                    <a:pt x="62" y="128"/>
                    <a:pt x="53" y="128"/>
                  </a:cubicBezTo>
                  <a:cubicBezTo>
                    <a:pt x="44" y="128"/>
                    <a:pt x="36" y="127"/>
                    <a:pt x="30" y="125"/>
                  </a:cubicBezTo>
                  <a:cubicBezTo>
                    <a:pt x="23" y="122"/>
                    <a:pt x="17" y="119"/>
                    <a:pt x="13" y="114"/>
                  </a:cubicBezTo>
                  <a:cubicBezTo>
                    <a:pt x="9" y="109"/>
                    <a:pt x="5" y="102"/>
                    <a:pt x="3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3" y="35"/>
                  </a:cubicBezTo>
                  <a:cubicBezTo>
                    <a:pt x="5" y="27"/>
                    <a:pt x="9" y="20"/>
                    <a:pt x="13" y="15"/>
                  </a:cubicBezTo>
                  <a:cubicBezTo>
                    <a:pt x="17" y="10"/>
                    <a:pt x="22" y="6"/>
                    <a:pt x="28" y="4"/>
                  </a:cubicBezTo>
                  <a:cubicBezTo>
                    <a:pt x="35" y="1"/>
                    <a:pt x="42" y="0"/>
                    <a:pt x="50" y="0"/>
                  </a:cubicBezTo>
                  <a:cubicBezTo>
                    <a:pt x="60" y="0"/>
                    <a:pt x="67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0" y="19"/>
                    <a:pt x="93" y="25"/>
                    <a:pt x="94" y="31"/>
                  </a:cubicBezTo>
                  <a:cubicBezTo>
                    <a:pt x="95" y="37"/>
                    <a:pt x="96" y="43"/>
                    <a:pt x="96" y="50"/>
                  </a:cubicBezTo>
                  <a:cubicBezTo>
                    <a:pt x="96" y="55"/>
                    <a:pt x="96" y="59"/>
                    <a:pt x="95" y="63"/>
                  </a:cubicBezTo>
                  <a:cubicBezTo>
                    <a:pt x="95" y="68"/>
                    <a:pt x="94" y="71"/>
                    <a:pt x="93" y="73"/>
                  </a:cubicBezTo>
                  <a:lnTo>
                    <a:pt x="23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69" y="26"/>
                  </a:cubicBezTo>
                  <a:cubicBezTo>
                    <a:pt x="66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1" y="25"/>
                    <a:pt x="29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3" y="50"/>
                    <a:pt x="23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black">
            <a:xfrm>
              <a:off x="5746750" y="3040059"/>
              <a:ext cx="109537" cy="633412"/>
            </a:xfrm>
            <a:custGeom>
              <a:avLst/>
              <a:gdLst>
                <a:gd name="T0" fmla="*/ 15 w 29"/>
                <a:gd name="T1" fmla="*/ 26 h 167"/>
                <a:gd name="T2" fmla="*/ 3 w 29"/>
                <a:gd name="T3" fmla="*/ 23 h 167"/>
                <a:gd name="T4" fmla="*/ 0 w 29"/>
                <a:gd name="T5" fmla="*/ 13 h 167"/>
                <a:gd name="T6" fmla="*/ 3 w 29"/>
                <a:gd name="T7" fmla="*/ 3 h 167"/>
                <a:gd name="T8" fmla="*/ 15 w 29"/>
                <a:gd name="T9" fmla="*/ 0 h 167"/>
                <a:gd name="T10" fmla="*/ 26 w 29"/>
                <a:gd name="T11" fmla="*/ 3 h 167"/>
                <a:gd name="T12" fmla="*/ 29 w 29"/>
                <a:gd name="T13" fmla="*/ 13 h 167"/>
                <a:gd name="T14" fmla="*/ 26 w 29"/>
                <a:gd name="T15" fmla="*/ 23 h 167"/>
                <a:gd name="T16" fmla="*/ 15 w 29"/>
                <a:gd name="T17" fmla="*/ 26 h 167"/>
                <a:gd name="T18" fmla="*/ 27 w 29"/>
                <a:gd name="T19" fmla="*/ 167 h 167"/>
                <a:gd name="T20" fmla="*/ 8 w 29"/>
                <a:gd name="T21" fmla="*/ 167 h 167"/>
                <a:gd name="T22" fmla="*/ 3 w 29"/>
                <a:gd name="T23" fmla="*/ 162 h 167"/>
                <a:gd name="T24" fmla="*/ 3 w 29"/>
                <a:gd name="T25" fmla="*/ 45 h 167"/>
                <a:gd name="T26" fmla="*/ 21 w 29"/>
                <a:gd name="T27" fmla="*/ 45 h 167"/>
                <a:gd name="T28" fmla="*/ 27 w 29"/>
                <a:gd name="T29" fmla="*/ 51 h 167"/>
                <a:gd name="T30" fmla="*/ 27 w 29"/>
                <a:gd name="T31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167">
                  <a:moveTo>
                    <a:pt x="15" y="26"/>
                  </a:moveTo>
                  <a:cubicBezTo>
                    <a:pt x="9" y="26"/>
                    <a:pt x="5" y="25"/>
                    <a:pt x="3" y="23"/>
                  </a:cubicBezTo>
                  <a:cubicBezTo>
                    <a:pt x="1" y="21"/>
                    <a:pt x="0" y="18"/>
                    <a:pt x="0" y="13"/>
                  </a:cubicBezTo>
                  <a:cubicBezTo>
                    <a:pt x="0" y="8"/>
                    <a:pt x="1" y="5"/>
                    <a:pt x="3" y="3"/>
                  </a:cubicBezTo>
                  <a:cubicBezTo>
                    <a:pt x="5" y="1"/>
                    <a:pt x="9" y="0"/>
                    <a:pt x="15" y="0"/>
                  </a:cubicBezTo>
                  <a:cubicBezTo>
                    <a:pt x="20" y="0"/>
                    <a:pt x="23" y="1"/>
                    <a:pt x="26" y="3"/>
                  </a:cubicBezTo>
                  <a:cubicBezTo>
                    <a:pt x="28" y="5"/>
                    <a:pt x="29" y="8"/>
                    <a:pt x="29" y="13"/>
                  </a:cubicBezTo>
                  <a:cubicBezTo>
                    <a:pt x="29" y="18"/>
                    <a:pt x="28" y="21"/>
                    <a:pt x="26" y="23"/>
                  </a:cubicBezTo>
                  <a:cubicBezTo>
                    <a:pt x="23" y="25"/>
                    <a:pt x="20" y="26"/>
                    <a:pt x="15" y="26"/>
                  </a:cubicBezTo>
                  <a:close/>
                  <a:moveTo>
                    <a:pt x="27" y="167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4" y="167"/>
                    <a:pt x="3" y="165"/>
                    <a:pt x="3" y="162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7" y="47"/>
                    <a:pt x="27" y="51"/>
                  </a:cubicBezTo>
                  <a:lnTo>
                    <a:pt x="27" y="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black">
            <a:xfrm>
              <a:off x="5961062" y="3201985"/>
              <a:ext cx="363537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1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7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3" y="22"/>
                    <a:pt x="58" y="20"/>
                    <a:pt x="52" y="20"/>
                  </a:cubicBezTo>
                  <a:cubicBezTo>
                    <a:pt x="45" y="20"/>
                    <a:pt x="39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black">
            <a:xfrm>
              <a:off x="6400799" y="3209923"/>
              <a:ext cx="379414" cy="463551"/>
            </a:xfrm>
            <a:custGeom>
              <a:avLst/>
              <a:gdLst>
                <a:gd name="T0" fmla="*/ 43 w 101"/>
                <a:gd name="T1" fmla="*/ 122 h 122"/>
                <a:gd name="T2" fmla="*/ 38 w 101"/>
                <a:gd name="T3" fmla="*/ 121 h 122"/>
                <a:gd name="T4" fmla="*/ 36 w 101"/>
                <a:gd name="T5" fmla="*/ 117 h 122"/>
                <a:gd name="T6" fmla="*/ 13 w 101"/>
                <a:gd name="T7" fmla="*/ 59 h 122"/>
                <a:gd name="T8" fmla="*/ 0 w 101"/>
                <a:gd name="T9" fmla="*/ 0 h 122"/>
                <a:gd name="T10" fmla="*/ 20 w 101"/>
                <a:gd name="T11" fmla="*/ 0 h 122"/>
                <a:gd name="T12" fmla="*/ 25 w 101"/>
                <a:gd name="T13" fmla="*/ 6 h 122"/>
                <a:gd name="T14" fmla="*/ 29 w 101"/>
                <a:gd name="T15" fmla="*/ 30 h 122"/>
                <a:gd name="T16" fmla="*/ 35 w 101"/>
                <a:gd name="T17" fmla="*/ 55 h 122"/>
                <a:gd name="T18" fmla="*/ 43 w 101"/>
                <a:gd name="T19" fmla="*/ 79 h 122"/>
                <a:gd name="T20" fmla="*/ 51 w 101"/>
                <a:gd name="T21" fmla="*/ 101 h 122"/>
                <a:gd name="T22" fmla="*/ 60 w 101"/>
                <a:gd name="T23" fmla="*/ 78 h 122"/>
                <a:gd name="T24" fmla="*/ 67 w 101"/>
                <a:gd name="T25" fmla="*/ 52 h 122"/>
                <a:gd name="T26" fmla="*/ 74 w 101"/>
                <a:gd name="T27" fmla="*/ 25 h 122"/>
                <a:gd name="T28" fmla="*/ 78 w 101"/>
                <a:gd name="T29" fmla="*/ 0 h 122"/>
                <a:gd name="T30" fmla="*/ 96 w 101"/>
                <a:gd name="T31" fmla="*/ 0 h 122"/>
                <a:gd name="T32" fmla="*/ 101 w 101"/>
                <a:gd name="T33" fmla="*/ 5 h 122"/>
                <a:gd name="T34" fmla="*/ 100 w 101"/>
                <a:gd name="T35" fmla="*/ 11 h 122"/>
                <a:gd name="T36" fmla="*/ 99 w 101"/>
                <a:gd name="T37" fmla="*/ 19 h 122"/>
                <a:gd name="T38" fmla="*/ 85 w 101"/>
                <a:gd name="T39" fmla="*/ 70 h 122"/>
                <a:gd name="T40" fmla="*/ 64 w 101"/>
                <a:gd name="T41" fmla="*/ 122 h 122"/>
                <a:gd name="T42" fmla="*/ 43 w 101"/>
                <a:gd name="T43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22">
                  <a:moveTo>
                    <a:pt x="43" y="122"/>
                  </a:moveTo>
                  <a:cubicBezTo>
                    <a:pt x="41" y="122"/>
                    <a:pt x="39" y="122"/>
                    <a:pt x="38" y="121"/>
                  </a:cubicBezTo>
                  <a:cubicBezTo>
                    <a:pt x="38" y="120"/>
                    <a:pt x="37" y="119"/>
                    <a:pt x="36" y="117"/>
                  </a:cubicBezTo>
                  <a:cubicBezTo>
                    <a:pt x="27" y="98"/>
                    <a:pt x="20" y="79"/>
                    <a:pt x="13" y="59"/>
                  </a:cubicBezTo>
                  <a:cubicBezTo>
                    <a:pt x="7" y="40"/>
                    <a:pt x="2" y="2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5" y="2"/>
                    <a:pt x="25" y="6"/>
                  </a:cubicBezTo>
                  <a:cubicBezTo>
                    <a:pt x="26" y="13"/>
                    <a:pt x="28" y="21"/>
                    <a:pt x="29" y="30"/>
                  </a:cubicBezTo>
                  <a:cubicBezTo>
                    <a:pt x="31" y="38"/>
                    <a:pt x="33" y="46"/>
                    <a:pt x="35" y="55"/>
                  </a:cubicBezTo>
                  <a:cubicBezTo>
                    <a:pt x="38" y="63"/>
                    <a:pt x="40" y="71"/>
                    <a:pt x="43" y="79"/>
                  </a:cubicBezTo>
                  <a:cubicBezTo>
                    <a:pt x="45" y="87"/>
                    <a:pt x="48" y="95"/>
                    <a:pt x="51" y="101"/>
                  </a:cubicBezTo>
                  <a:cubicBezTo>
                    <a:pt x="54" y="95"/>
                    <a:pt x="57" y="87"/>
                    <a:pt x="60" y="78"/>
                  </a:cubicBezTo>
                  <a:cubicBezTo>
                    <a:pt x="63" y="70"/>
                    <a:pt x="65" y="61"/>
                    <a:pt x="67" y="52"/>
                  </a:cubicBezTo>
                  <a:cubicBezTo>
                    <a:pt x="70" y="43"/>
                    <a:pt x="72" y="34"/>
                    <a:pt x="74" y="25"/>
                  </a:cubicBezTo>
                  <a:cubicBezTo>
                    <a:pt x="75" y="16"/>
                    <a:pt x="77" y="8"/>
                    <a:pt x="78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1" y="2"/>
                    <a:pt x="101" y="5"/>
                  </a:cubicBezTo>
                  <a:cubicBezTo>
                    <a:pt x="101" y="7"/>
                    <a:pt x="101" y="9"/>
                    <a:pt x="100" y="11"/>
                  </a:cubicBezTo>
                  <a:cubicBezTo>
                    <a:pt x="100" y="13"/>
                    <a:pt x="100" y="16"/>
                    <a:pt x="99" y="19"/>
                  </a:cubicBezTo>
                  <a:cubicBezTo>
                    <a:pt x="96" y="36"/>
                    <a:pt x="91" y="53"/>
                    <a:pt x="85" y="70"/>
                  </a:cubicBezTo>
                  <a:cubicBezTo>
                    <a:pt x="79" y="88"/>
                    <a:pt x="72" y="105"/>
                    <a:pt x="64" y="122"/>
                  </a:cubicBezTo>
                  <a:lnTo>
                    <a:pt x="43" y="1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black">
            <a:xfrm>
              <a:off x="6840536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5 w 96"/>
                <a:gd name="T3" fmla="*/ 90 h 128"/>
                <a:gd name="T4" fmla="*/ 31 w 96"/>
                <a:gd name="T5" fmla="*/ 100 h 128"/>
                <a:gd name="T6" fmla="*/ 41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6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6 w 96"/>
                <a:gd name="T19" fmla="*/ 126 h 128"/>
                <a:gd name="T20" fmla="*/ 53 w 96"/>
                <a:gd name="T21" fmla="*/ 128 h 128"/>
                <a:gd name="T22" fmla="*/ 29 w 96"/>
                <a:gd name="T23" fmla="*/ 125 h 128"/>
                <a:gd name="T24" fmla="*/ 13 w 96"/>
                <a:gd name="T25" fmla="*/ 114 h 128"/>
                <a:gd name="T26" fmla="*/ 3 w 96"/>
                <a:gd name="T27" fmla="*/ 94 h 128"/>
                <a:gd name="T28" fmla="*/ 0 w 96"/>
                <a:gd name="T29" fmla="*/ 65 h 128"/>
                <a:gd name="T30" fmla="*/ 3 w 96"/>
                <a:gd name="T31" fmla="*/ 35 h 128"/>
                <a:gd name="T32" fmla="*/ 12 w 96"/>
                <a:gd name="T33" fmla="*/ 15 h 128"/>
                <a:gd name="T34" fmla="*/ 28 w 96"/>
                <a:gd name="T35" fmla="*/ 4 h 128"/>
                <a:gd name="T36" fmla="*/ 50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3 w 96"/>
                <a:gd name="T49" fmla="*/ 73 h 128"/>
                <a:gd name="T50" fmla="*/ 23 w 96"/>
                <a:gd name="T51" fmla="*/ 73 h 128"/>
                <a:gd name="T52" fmla="*/ 73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69 w 96"/>
                <a:gd name="T59" fmla="*/ 26 h 128"/>
                <a:gd name="T60" fmla="*/ 51 w 96"/>
                <a:gd name="T61" fmla="*/ 19 h 128"/>
                <a:gd name="T62" fmla="*/ 37 w 96"/>
                <a:gd name="T63" fmla="*/ 21 h 128"/>
                <a:gd name="T64" fmla="*/ 29 w 96"/>
                <a:gd name="T65" fmla="*/ 29 h 128"/>
                <a:gd name="T66" fmla="*/ 24 w 96"/>
                <a:gd name="T67" fmla="*/ 40 h 128"/>
                <a:gd name="T68" fmla="*/ 23 w 96"/>
                <a:gd name="T69" fmla="*/ 56 h 128"/>
                <a:gd name="T70" fmla="*/ 73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3" y="80"/>
                    <a:pt x="24" y="85"/>
                    <a:pt x="25" y="90"/>
                  </a:cubicBezTo>
                  <a:cubicBezTo>
                    <a:pt x="26" y="94"/>
                    <a:pt x="28" y="98"/>
                    <a:pt x="31" y="100"/>
                  </a:cubicBezTo>
                  <a:cubicBezTo>
                    <a:pt x="33" y="103"/>
                    <a:pt x="37" y="105"/>
                    <a:pt x="41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4" y="107"/>
                    <a:pt x="86" y="107"/>
                  </a:cubicBezTo>
                  <a:cubicBezTo>
                    <a:pt x="90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8" y="124"/>
                    <a:pt x="83" y="125"/>
                    <a:pt x="76" y="126"/>
                  </a:cubicBezTo>
                  <a:cubicBezTo>
                    <a:pt x="69" y="127"/>
                    <a:pt x="62" y="128"/>
                    <a:pt x="53" y="128"/>
                  </a:cubicBezTo>
                  <a:cubicBezTo>
                    <a:pt x="44" y="128"/>
                    <a:pt x="36" y="127"/>
                    <a:pt x="29" y="125"/>
                  </a:cubicBezTo>
                  <a:cubicBezTo>
                    <a:pt x="23" y="122"/>
                    <a:pt x="17" y="119"/>
                    <a:pt x="13" y="114"/>
                  </a:cubicBezTo>
                  <a:cubicBezTo>
                    <a:pt x="8" y="109"/>
                    <a:pt x="5" y="102"/>
                    <a:pt x="3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3" y="35"/>
                  </a:cubicBezTo>
                  <a:cubicBezTo>
                    <a:pt x="5" y="27"/>
                    <a:pt x="8" y="20"/>
                    <a:pt x="12" y="15"/>
                  </a:cubicBezTo>
                  <a:cubicBezTo>
                    <a:pt x="17" y="10"/>
                    <a:pt x="22" y="6"/>
                    <a:pt x="28" y="4"/>
                  </a:cubicBezTo>
                  <a:cubicBezTo>
                    <a:pt x="34" y="1"/>
                    <a:pt x="42" y="0"/>
                    <a:pt x="50" y="0"/>
                  </a:cubicBezTo>
                  <a:cubicBezTo>
                    <a:pt x="59" y="0"/>
                    <a:pt x="67" y="2"/>
                    <a:pt x="73" y="4"/>
                  </a:cubicBezTo>
                  <a:cubicBezTo>
                    <a:pt x="79" y="7"/>
                    <a:pt x="83" y="10"/>
                    <a:pt x="87" y="15"/>
                  </a:cubicBezTo>
                  <a:cubicBezTo>
                    <a:pt x="90" y="19"/>
                    <a:pt x="92" y="25"/>
                    <a:pt x="94" y="31"/>
                  </a:cubicBezTo>
                  <a:cubicBezTo>
                    <a:pt x="95" y="37"/>
                    <a:pt x="96" y="43"/>
                    <a:pt x="96" y="50"/>
                  </a:cubicBezTo>
                  <a:cubicBezTo>
                    <a:pt x="96" y="55"/>
                    <a:pt x="95" y="59"/>
                    <a:pt x="95" y="63"/>
                  </a:cubicBezTo>
                  <a:cubicBezTo>
                    <a:pt x="94" y="68"/>
                    <a:pt x="94" y="71"/>
                    <a:pt x="93" y="73"/>
                  </a:cubicBezTo>
                  <a:lnTo>
                    <a:pt x="23" y="73"/>
                  </a:lnTo>
                  <a:close/>
                  <a:moveTo>
                    <a:pt x="73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2" y="32"/>
                    <a:pt x="69" y="26"/>
                  </a:cubicBezTo>
                  <a:cubicBezTo>
                    <a:pt x="66" y="21"/>
                    <a:pt x="60" y="19"/>
                    <a:pt x="51" y="19"/>
                  </a:cubicBezTo>
                  <a:cubicBezTo>
                    <a:pt x="45" y="19"/>
                    <a:pt x="41" y="19"/>
                    <a:pt x="37" y="21"/>
                  </a:cubicBezTo>
                  <a:cubicBezTo>
                    <a:pt x="34" y="23"/>
                    <a:pt x="31" y="25"/>
                    <a:pt x="29" y="29"/>
                  </a:cubicBezTo>
                  <a:cubicBezTo>
                    <a:pt x="27" y="32"/>
                    <a:pt x="25" y="36"/>
                    <a:pt x="24" y="40"/>
                  </a:cubicBezTo>
                  <a:cubicBezTo>
                    <a:pt x="24" y="45"/>
                    <a:pt x="23" y="50"/>
                    <a:pt x="23" y="56"/>
                  </a:cubicBezTo>
                  <a:lnTo>
                    <a:pt x="73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black">
            <a:xfrm>
              <a:off x="7297734" y="3201985"/>
              <a:ext cx="365125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2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8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4" y="22"/>
                    <a:pt x="59" y="20"/>
                    <a:pt x="52" y="20"/>
                  </a:cubicBezTo>
                  <a:cubicBezTo>
                    <a:pt x="45" y="20"/>
                    <a:pt x="40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black">
            <a:xfrm>
              <a:off x="7740647" y="3089272"/>
              <a:ext cx="255587" cy="592137"/>
            </a:xfrm>
            <a:custGeom>
              <a:avLst/>
              <a:gdLst>
                <a:gd name="T0" fmla="*/ 68 w 68"/>
                <a:gd name="T1" fmla="*/ 154 h 156"/>
                <a:gd name="T2" fmla="*/ 58 w 68"/>
                <a:gd name="T3" fmla="*/ 156 h 156"/>
                <a:gd name="T4" fmla="*/ 47 w 68"/>
                <a:gd name="T5" fmla="*/ 156 h 156"/>
                <a:gd name="T6" fmla="*/ 22 w 68"/>
                <a:gd name="T7" fmla="*/ 149 h 156"/>
                <a:gd name="T8" fmla="*/ 14 w 68"/>
                <a:gd name="T9" fmla="*/ 125 h 156"/>
                <a:gd name="T10" fmla="*/ 14 w 68"/>
                <a:gd name="T11" fmla="*/ 51 h 156"/>
                <a:gd name="T12" fmla="*/ 6 w 68"/>
                <a:gd name="T13" fmla="*/ 51 h 156"/>
                <a:gd name="T14" fmla="*/ 0 w 68"/>
                <a:gd name="T15" fmla="*/ 46 h 156"/>
                <a:gd name="T16" fmla="*/ 0 w 68"/>
                <a:gd name="T17" fmla="*/ 32 h 156"/>
                <a:gd name="T18" fmla="*/ 15 w 68"/>
                <a:gd name="T19" fmla="*/ 32 h 156"/>
                <a:gd name="T20" fmla="*/ 16 w 68"/>
                <a:gd name="T21" fmla="*/ 0 h 156"/>
                <a:gd name="T22" fmla="*/ 33 w 68"/>
                <a:gd name="T23" fmla="*/ 0 h 156"/>
                <a:gd name="T24" fmla="*/ 39 w 68"/>
                <a:gd name="T25" fmla="*/ 6 h 156"/>
                <a:gd name="T26" fmla="*/ 39 w 68"/>
                <a:gd name="T27" fmla="*/ 32 h 156"/>
                <a:gd name="T28" fmla="*/ 62 w 68"/>
                <a:gd name="T29" fmla="*/ 32 h 156"/>
                <a:gd name="T30" fmla="*/ 66 w 68"/>
                <a:gd name="T31" fmla="*/ 34 h 156"/>
                <a:gd name="T32" fmla="*/ 68 w 68"/>
                <a:gd name="T33" fmla="*/ 38 h 156"/>
                <a:gd name="T34" fmla="*/ 68 w 68"/>
                <a:gd name="T35" fmla="*/ 51 h 156"/>
                <a:gd name="T36" fmla="*/ 39 w 68"/>
                <a:gd name="T37" fmla="*/ 51 h 156"/>
                <a:gd name="T38" fmla="*/ 39 w 68"/>
                <a:gd name="T39" fmla="*/ 123 h 156"/>
                <a:gd name="T40" fmla="*/ 41 w 68"/>
                <a:gd name="T41" fmla="*/ 133 h 156"/>
                <a:gd name="T42" fmla="*/ 49 w 68"/>
                <a:gd name="T43" fmla="*/ 137 h 156"/>
                <a:gd name="T44" fmla="*/ 56 w 68"/>
                <a:gd name="T45" fmla="*/ 137 h 156"/>
                <a:gd name="T46" fmla="*/ 61 w 68"/>
                <a:gd name="T47" fmla="*/ 137 h 156"/>
                <a:gd name="T48" fmla="*/ 68 w 68"/>
                <a:gd name="T49" fmla="*/ 142 h 156"/>
                <a:gd name="T50" fmla="*/ 68 w 68"/>
                <a:gd name="T51" fmla="*/ 15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8" h="156">
                  <a:moveTo>
                    <a:pt x="68" y="154"/>
                  </a:moveTo>
                  <a:cubicBezTo>
                    <a:pt x="64" y="155"/>
                    <a:pt x="61" y="155"/>
                    <a:pt x="58" y="156"/>
                  </a:cubicBezTo>
                  <a:cubicBezTo>
                    <a:pt x="54" y="156"/>
                    <a:pt x="51" y="156"/>
                    <a:pt x="47" y="156"/>
                  </a:cubicBezTo>
                  <a:cubicBezTo>
                    <a:pt x="36" y="156"/>
                    <a:pt x="27" y="154"/>
                    <a:pt x="22" y="149"/>
                  </a:cubicBezTo>
                  <a:cubicBezTo>
                    <a:pt x="17" y="144"/>
                    <a:pt x="14" y="136"/>
                    <a:pt x="14" y="125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2" y="51"/>
                    <a:pt x="0" y="50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7" y="0"/>
                    <a:pt x="39" y="2"/>
                    <a:pt x="39" y="6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4" y="32"/>
                    <a:pt x="65" y="33"/>
                    <a:pt x="66" y="34"/>
                  </a:cubicBezTo>
                  <a:cubicBezTo>
                    <a:pt x="67" y="35"/>
                    <a:pt x="68" y="36"/>
                    <a:pt x="68" y="38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9" y="128"/>
                    <a:pt x="39" y="131"/>
                    <a:pt x="41" y="133"/>
                  </a:cubicBezTo>
                  <a:cubicBezTo>
                    <a:pt x="42" y="136"/>
                    <a:pt x="45" y="137"/>
                    <a:pt x="49" y="137"/>
                  </a:cubicBezTo>
                  <a:cubicBezTo>
                    <a:pt x="52" y="137"/>
                    <a:pt x="54" y="137"/>
                    <a:pt x="56" y="137"/>
                  </a:cubicBezTo>
                  <a:cubicBezTo>
                    <a:pt x="58" y="137"/>
                    <a:pt x="60" y="137"/>
                    <a:pt x="61" y="137"/>
                  </a:cubicBezTo>
                  <a:cubicBezTo>
                    <a:pt x="66" y="137"/>
                    <a:pt x="68" y="139"/>
                    <a:pt x="68" y="142"/>
                  </a:cubicBezTo>
                  <a:lnTo>
                    <a:pt x="68" y="1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black">
            <a:xfrm>
              <a:off x="8075610" y="3040059"/>
              <a:ext cx="112713" cy="633412"/>
            </a:xfrm>
            <a:custGeom>
              <a:avLst/>
              <a:gdLst>
                <a:gd name="T0" fmla="*/ 15 w 30"/>
                <a:gd name="T1" fmla="*/ 26 h 167"/>
                <a:gd name="T2" fmla="*/ 3 w 30"/>
                <a:gd name="T3" fmla="*/ 23 h 167"/>
                <a:gd name="T4" fmla="*/ 0 w 30"/>
                <a:gd name="T5" fmla="*/ 13 h 167"/>
                <a:gd name="T6" fmla="*/ 3 w 30"/>
                <a:gd name="T7" fmla="*/ 3 h 167"/>
                <a:gd name="T8" fmla="*/ 15 w 30"/>
                <a:gd name="T9" fmla="*/ 0 h 167"/>
                <a:gd name="T10" fmla="*/ 26 w 30"/>
                <a:gd name="T11" fmla="*/ 3 h 167"/>
                <a:gd name="T12" fmla="*/ 30 w 30"/>
                <a:gd name="T13" fmla="*/ 13 h 167"/>
                <a:gd name="T14" fmla="*/ 26 w 30"/>
                <a:gd name="T15" fmla="*/ 23 h 167"/>
                <a:gd name="T16" fmla="*/ 15 w 30"/>
                <a:gd name="T17" fmla="*/ 26 h 167"/>
                <a:gd name="T18" fmla="*/ 27 w 30"/>
                <a:gd name="T19" fmla="*/ 167 h 167"/>
                <a:gd name="T20" fmla="*/ 8 w 30"/>
                <a:gd name="T21" fmla="*/ 167 h 167"/>
                <a:gd name="T22" fmla="*/ 3 w 30"/>
                <a:gd name="T23" fmla="*/ 162 h 167"/>
                <a:gd name="T24" fmla="*/ 3 w 30"/>
                <a:gd name="T25" fmla="*/ 45 h 167"/>
                <a:gd name="T26" fmla="*/ 21 w 30"/>
                <a:gd name="T27" fmla="*/ 45 h 167"/>
                <a:gd name="T28" fmla="*/ 27 w 30"/>
                <a:gd name="T29" fmla="*/ 51 h 167"/>
                <a:gd name="T30" fmla="*/ 27 w 30"/>
                <a:gd name="T31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167">
                  <a:moveTo>
                    <a:pt x="15" y="26"/>
                  </a:moveTo>
                  <a:cubicBezTo>
                    <a:pt x="9" y="26"/>
                    <a:pt x="6" y="25"/>
                    <a:pt x="3" y="23"/>
                  </a:cubicBezTo>
                  <a:cubicBezTo>
                    <a:pt x="1" y="21"/>
                    <a:pt x="0" y="18"/>
                    <a:pt x="0" y="13"/>
                  </a:cubicBez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9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8"/>
                    <a:pt x="30" y="13"/>
                  </a:cubicBezTo>
                  <a:cubicBezTo>
                    <a:pt x="30" y="18"/>
                    <a:pt x="28" y="21"/>
                    <a:pt x="26" y="23"/>
                  </a:cubicBezTo>
                  <a:cubicBezTo>
                    <a:pt x="24" y="25"/>
                    <a:pt x="20" y="26"/>
                    <a:pt x="15" y="26"/>
                  </a:cubicBezTo>
                  <a:close/>
                  <a:moveTo>
                    <a:pt x="27" y="167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5" y="167"/>
                    <a:pt x="3" y="165"/>
                    <a:pt x="3" y="162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7" y="47"/>
                    <a:pt x="27" y="51"/>
                  </a:cubicBezTo>
                  <a:lnTo>
                    <a:pt x="27" y="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black">
            <a:xfrm>
              <a:off x="8289928" y="3201985"/>
              <a:ext cx="363537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2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8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4" y="22"/>
                    <a:pt x="59" y="20"/>
                    <a:pt x="52" y="20"/>
                  </a:cubicBezTo>
                  <a:cubicBezTo>
                    <a:pt x="45" y="20"/>
                    <a:pt x="40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  <p:sp>
          <p:nvSpPr>
            <p:cNvPr id="25" name="Freeform 19"/>
            <p:cNvSpPr>
              <a:spLocks noEditPoints="1"/>
            </p:cNvSpPr>
            <p:nvPr/>
          </p:nvSpPr>
          <p:spPr bwMode="black">
            <a:xfrm>
              <a:off x="8751889" y="3201988"/>
              <a:ext cx="390524" cy="635000"/>
            </a:xfrm>
            <a:custGeom>
              <a:avLst/>
              <a:gdLst>
                <a:gd name="T0" fmla="*/ 0 w 104"/>
                <a:gd name="T1" fmla="*/ 62 h 167"/>
                <a:gd name="T2" fmla="*/ 3 w 104"/>
                <a:gd name="T3" fmla="*/ 32 h 167"/>
                <a:gd name="T4" fmla="*/ 14 w 104"/>
                <a:gd name="T5" fmla="*/ 13 h 167"/>
                <a:gd name="T6" fmla="*/ 32 w 104"/>
                <a:gd name="T7" fmla="*/ 3 h 167"/>
                <a:gd name="T8" fmla="*/ 58 w 104"/>
                <a:gd name="T9" fmla="*/ 0 h 167"/>
                <a:gd name="T10" fmla="*/ 78 w 104"/>
                <a:gd name="T11" fmla="*/ 1 h 167"/>
                <a:gd name="T12" fmla="*/ 95 w 104"/>
                <a:gd name="T13" fmla="*/ 4 h 167"/>
                <a:gd name="T14" fmla="*/ 102 w 104"/>
                <a:gd name="T15" fmla="*/ 6 h 167"/>
                <a:gd name="T16" fmla="*/ 104 w 104"/>
                <a:gd name="T17" fmla="*/ 12 h 167"/>
                <a:gd name="T18" fmla="*/ 104 w 104"/>
                <a:gd name="T19" fmla="*/ 22 h 167"/>
                <a:gd name="T20" fmla="*/ 95 w 104"/>
                <a:gd name="T21" fmla="*/ 22 h 167"/>
                <a:gd name="T22" fmla="*/ 96 w 104"/>
                <a:gd name="T23" fmla="*/ 52 h 167"/>
                <a:gd name="T24" fmla="*/ 96 w 104"/>
                <a:gd name="T25" fmla="*/ 81 h 167"/>
                <a:gd name="T26" fmla="*/ 96 w 104"/>
                <a:gd name="T27" fmla="*/ 124 h 167"/>
                <a:gd name="T28" fmla="*/ 85 w 104"/>
                <a:gd name="T29" fmla="*/ 156 h 167"/>
                <a:gd name="T30" fmla="*/ 48 w 104"/>
                <a:gd name="T31" fmla="*/ 167 h 167"/>
                <a:gd name="T32" fmla="*/ 39 w 104"/>
                <a:gd name="T33" fmla="*/ 167 h 167"/>
                <a:gd name="T34" fmla="*/ 30 w 104"/>
                <a:gd name="T35" fmla="*/ 166 h 167"/>
                <a:gd name="T36" fmla="*/ 20 w 104"/>
                <a:gd name="T37" fmla="*/ 164 h 167"/>
                <a:gd name="T38" fmla="*/ 13 w 104"/>
                <a:gd name="T39" fmla="*/ 162 h 167"/>
                <a:gd name="T40" fmla="*/ 9 w 104"/>
                <a:gd name="T41" fmla="*/ 159 h 167"/>
                <a:gd name="T42" fmla="*/ 8 w 104"/>
                <a:gd name="T43" fmla="*/ 155 h 167"/>
                <a:gd name="T44" fmla="*/ 8 w 104"/>
                <a:gd name="T45" fmla="*/ 145 h 167"/>
                <a:gd name="T46" fmla="*/ 25 w 104"/>
                <a:gd name="T47" fmla="*/ 147 h 167"/>
                <a:gd name="T48" fmla="*/ 41 w 104"/>
                <a:gd name="T49" fmla="*/ 147 h 167"/>
                <a:gd name="T50" fmla="*/ 65 w 104"/>
                <a:gd name="T51" fmla="*/ 142 h 167"/>
                <a:gd name="T52" fmla="*/ 72 w 104"/>
                <a:gd name="T53" fmla="*/ 126 h 167"/>
                <a:gd name="T54" fmla="*/ 72 w 104"/>
                <a:gd name="T55" fmla="*/ 111 h 167"/>
                <a:gd name="T56" fmla="*/ 58 w 104"/>
                <a:gd name="T57" fmla="*/ 118 h 167"/>
                <a:gd name="T58" fmla="*/ 42 w 104"/>
                <a:gd name="T59" fmla="*/ 121 h 167"/>
                <a:gd name="T60" fmla="*/ 21 w 104"/>
                <a:gd name="T61" fmla="*/ 116 h 167"/>
                <a:gd name="T62" fmla="*/ 8 w 104"/>
                <a:gd name="T63" fmla="*/ 104 h 167"/>
                <a:gd name="T64" fmla="*/ 2 w 104"/>
                <a:gd name="T65" fmla="*/ 86 h 167"/>
                <a:gd name="T66" fmla="*/ 0 w 104"/>
                <a:gd name="T67" fmla="*/ 62 h 167"/>
                <a:gd name="T68" fmla="*/ 24 w 104"/>
                <a:gd name="T69" fmla="*/ 62 h 167"/>
                <a:gd name="T70" fmla="*/ 25 w 104"/>
                <a:gd name="T71" fmla="*/ 81 h 167"/>
                <a:gd name="T72" fmla="*/ 30 w 104"/>
                <a:gd name="T73" fmla="*/ 93 h 167"/>
                <a:gd name="T74" fmla="*/ 38 w 104"/>
                <a:gd name="T75" fmla="*/ 100 h 167"/>
                <a:gd name="T76" fmla="*/ 49 w 104"/>
                <a:gd name="T77" fmla="*/ 102 h 167"/>
                <a:gd name="T78" fmla="*/ 62 w 104"/>
                <a:gd name="T79" fmla="*/ 100 h 167"/>
                <a:gd name="T80" fmla="*/ 72 w 104"/>
                <a:gd name="T81" fmla="*/ 94 h 167"/>
                <a:gd name="T82" fmla="*/ 72 w 104"/>
                <a:gd name="T83" fmla="*/ 20 h 167"/>
                <a:gd name="T84" fmla="*/ 65 w 104"/>
                <a:gd name="T85" fmla="*/ 20 h 167"/>
                <a:gd name="T86" fmla="*/ 57 w 104"/>
                <a:gd name="T87" fmla="*/ 19 h 167"/>
                <a:gd name="T88" fmla="*/ 42 w 104"/>
                <a:gd name="T89" fmla="*/ 21 h 167"/>
                <a:gd name="T90" fmla="*/ 32 w 104"/>
                <a:gd name="T91" fmla="*/ 27 h 167"/>
                <a:gd name="T92" fmla="*/ 26 w 104"/>
                <a:gd name="T93" fmla="*/ 40 h 167"/>
                <a:gd name="T94" fmla="*/ 24 w 104"/>
                <a:gd name="T95" fmla="*/ 62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" h="167">
                  <a:moveTo>
                    <a:pt x="0" y="62"/>
                  </a:moveTo>
                  <a:cubicBezTo>
                    <a:pt x="0" y="50"/>
                    <a:pt x="1" y="40"/>
                    <a:pt x="3" y="32"/>
                  </a:cubicBezTo>
                  <a:cubicBezTo>
                    <a:pt x="5" y="24"/>
                    <a:pt x="9" y="18"/>
                    <a:pt x="14" y="13"/>
                  </a:cubicBezTo>
                  <a:cubicBezTo>
                    <a:pt x="19" y="9"/>
                    <a:pt x="25" y="5"/>
                    <a:pt x="32" y="3"/>
                  </a:cubicBezTo>
                  <a:cubicBezTo>
                    <a:pt x="39" y="1"/>
                    <a:pt x="48" y="0"/>
                    <a:pt x="58" y="0"/>
                  </a:cubicBezTo>
                  <a:cubicBezTo>
                    <a:pt x="64" y="0"/>
                    <a:pt x="71" y="1"/>
                    <a:pt x="78" y="1"/>
                  </a:cubicBezTo>
                  <a:cubicBezTo>
                    <a:pt x="84" y="2"/>
                    <a:pt x="90" y="3"/>
                    <a:pt x="95" y="4"/>
                  </a:cubicBezTo>
                  <a:cubicBezTo>
                    <a:pt x="98" y="4"/>
                    <a:pt x="100" y="5"/>
                    <a:pt x="102" y="6"/>
                  </a:cubicBezTo>
                  <a:cubicBezTo>
                    <a:pt x="103" y="7"/>
                    <a:pt x="104" y="9"/>
                    <a:pt x="104" y="12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6" y="32"/>
                    <a:pt x="96" y="42"/>
                    <a:pt x="96" y="52"/>
                  </a:cubicBezTo>
                  <a:cubicBezTo>
                    <a:pt x="96" y="62"/>
                    <a:pt x="96" y="71"/>
                    <a:pt x="96" y="81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38"/>
                    <a:pt x="92" y="149"/>
                    <a:pt x="85" y="156"/>
                  </a:cubicBezTo>
                  <a:cubicBezTo>
                    <a:pt x="77" y="163"/>
                    <a:pt x="65" y="167"/>
                    <a:pt x="48" y="167"/>
                  </a:cubicBezTo>
                  <a:cubicBezTo>
                    <a:pt x="46" y="167"/>
                    <a:pt x="43" y="167"/>
                    <a:pt x="39" y="167"/>
                  </a:cubicBezTo>
                  <a:cubicBezTo>
                    <a:pt x="36" y="166"/>
                    <a:pt x="33" y="166"/>
                    <a:pt x="30" y="166"/>
                  </a:cubicBezTo>
                  <a:cubicBezTo>
                    <a:pt x="26" y="165"/>
                    <a:pt x="23" y="165"/>
                    <a:pt x="20" y="164"/>
                  </a:cubicBezTo>
                  <a:cubicBezTo>
                    <a:pt x="17" y="164"/>
                    <a:pt x="15" y="163"/>
                    <a:pt x="13" y="162"/>
                  </a:cubicBezTo>
                  <a:cubicBezTo>
                    <a:pt x="11" y="161"/>
                    <a:pt x="10" y="160"/>
                    <a:pt x="9" y="159"/>
                  </a:cubicBezTo>
                  <a:cubicBezTo>
                    <a:pt x="8" y="158"/>
                    <a:pt x="8" y="157"/>
                    <a:pt x="8" y="155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14" y="146"/>
                    <a:pt x="19" y="146"/>
                    <a:pt x="25" y="147"/>
                  </a:cubicBezTo>
                  <a:cubicBezTo>
                    <a:pt x="31" y="147"/>
                    <a:pt x="36" y="147"/>
                    <a:pt x="41" y="147"/>
                  </a:cubicBezTo>
                  <a:cubicBezTo>
                    <a:pt x="53" y="147"/>
                    <a:pt x="61" y="146"/>
                    <a:pt x="65" y="142"/>
                  </a:cubicBezTo>
                  <a:cubicBezTo>
                    <a:pt x="70" y="139"/>
                    <a:pt x="72" y="134"/>
                    <a:pt x="72" y="126"/>
                  </a:cubicBezTo>
                  <a:cubicBezTo>
                    <a:pt x="72" y="111"/>
                    <a:pt x="72" y="111"/>
                    <a:pt x="72" y="111"/>
                  </a:cubicBezTo>
                  <a:cubicBezTo>
                    <a:pt x="68" y="114"/>
                    <a:pt x="63" y="116"/>
                    <a:pt x="58" y="118"/>
                  </a:cubicBezTo>
                  <a:cubicBezTo>
                    <a:pt x="54" y="120"/>
                    <a:pt x="48" y="121"/>
                    <a:pt x="42" y="121"/>
                  </a:cubicBezTo>
                  <a:cubicBezTo>
                    <a:pt x="33" y="121"/>
                    <a:pt x="26" y="119"/>
                    <a:pt x="21" y="116"/>
                  </a:cubicBezTo>
                  <a:cubicBezTo>
                    <a:pt x="16" y="114"/>
                    <a:pt x="11" y="109"/>
                    <a:pt x="8" y="104"/>
                  </a:cubicBezTo>
                  <a:cubicBezTo>
                    <a:pt x="5" y="99"/>
                    <a:pt x="3" y="93"/>
                    <a:pt x="2" y="86"/>
                  </a:cubicBezTo>
                  <a:cubicBezTo>
                    <a:pt x="0" y="79"/>
                    <a:pt x="0" y="71"/>
                    <a:pt x="0" y="62"/>
                  </a:cubicBezTo>
                  <a:close/>
                  <a:moveTo>
                    <a:pt x="24" y="62"/>
                  </a:moveTo>
                  <a:cubicBezTo>
                    <a:pt x="24" y="69"/>
                    <a:pt x="24" y="76"/>
                    <a:pt x="25" y="81"/>
                  </a:cubicBezTo>
                  <a:cubicBezTo>
                    <a:pt x="26" y="86"/>
                    <a:pt x="28" y="90"/>
                    <a:pt x="30" y="93"/>
                  </a:cubicBezTo>
                  <a:cubicBezTo>
                    <a:pt x="32" y="96"/>
                    <a:pt x="34" y="99"/>
                    <a:pt x="38" y="100"/>
                  </a:cubicBezTo>
                  <a:cubicBezTo>
                    <a:pt x="41" y="101"/>
                    <a:pt x="44" y="102"/>
                    <a:pt x="49" y="102"/>
                  </a:cubicBezTo>
                  <a:cubicBezTo>
                    <a:pt x="54" y="102"/>
                    <a:pt x="58" y="101"/>
                    <a:pt x="62" y="100"/>
                  </a:cubicBezTo>
                  <a:cubicBezTo>
                    <a:pt x="65" y="98"/>
                    <a:pt x="69" y="96"/>
                    <a:pt x="72" y="94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0" y="20"/>
                    <a:pt x="67" y="20"/>
                    <a:pt x="65" y="20"/>
                  </a:cubicBezTo>
                  <a:cubicBezTo>
                    <a:pt x="62" y="19"/>
                    <a:pt x="59" y="19"/>
                    <a:pt x="57" y="19"/>
                  </a:cubicBezTo>
                  <a:cubicBezTo>
                    <a:pt x="51" y="19"/>
                    <a:pt x="46" y="20"/>
                    <a:pt x="42" y="21"/>
                  </a:cubicBezTo>
                  <a:cubicBezTo>
                    <a:pt x="38" y="22"/>
                    <a:pt x="34" y="24"/>
                    <a:pt x="32" y="27"/>
                  </a:cubicBezTo>
                  <a:cubicBezTo>
                    <a:pt x="29" y="31"/>
                    <a:pt x="27" y="35"/>
                    <a:pt x="26" y="40"/>
                  </a:cubicBezTo>
                  <a:cubicBezTo>
                    <a:pt x="24" y="46"/>
                    <a:pt x="24" y="53"/>
                    <a:pt x="24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</p:grpSp>
      <p:sp>
        <p:nvSpPr>
          <p:cNvPr id="9" name="Freeform 5"/>
          <p:cNvSpPr>
            <a:spLocks noChangeAspect="1" noEditPoints="1"/>
          </p:cNvSpPr>
          <p:nvPr/>
        </p:nvSpPr>
        <p:spPr bwMode="invGray">
          <a:xfrm>
            <a:off x="8912090" y="5822416"/>
            <a:ext cx="656279" cy="65610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sz="1800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3415B7-CE95-48A9-8358-C20119B546FB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562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pos="7367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Option 3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 bwMode="black">
          <a:xfrm>
            <a:off x="3360815" y="2599124"/>
            <a:ext cx="5470369" cy="1287076"/>
            <a:chOff x="4856883" y="4633091"/>
            <a:chExt cx="2787883" cy="656108"/>
          </a:xfrm>
        </p:grpSpPr>
        <p:grpSp>
          <p:nvGrpSpPr>
            <p:cNvPr id="26" name="Group 25"/>
            <p:cNvGrpSpPr/>
            <p:nvPr/>
          </p:nvGrpSpPr>
          <p:grpSpPr bwMode="black">
            <a:xfrm>
              <a:off x="5713412" y="4854308"/>
              <a:ext cx="1931354" cy="258521"/>
              <a:chOff x="3046414" y="3021011"/>
              <a:chExt cx="6095999" cy="815977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black">
              <a:xfrm>
                <a:off x="3046414" y="3021011"/>
                <a:ext cx="371475" cy="652464"/>
              </a:xfrm>
              <a:custGeom>
                <a:avLst/>
                <a:gdLst>
                  <a:gd name="T0" fmla="*/ 0 w 99"/>
                  <a:gd name="T1" fmla="*/ 0 h 172"/>
                  <a:gd name="T2" fmla="*/ 18 w 99"/>
                  <a:gd name="T3" fmla="*/ 0 h 172"/>
                  <a:gd name="T4" fmla="*/ 22 w 99"/>
                  <a:gd name="T5" fmla="*/ 1 h 172"/>
                  <a:gd name="T6" fmla="*/ 24 w 99"/>
                  <a:gd name="T7" fmla="*/ 6 h 172"/>
                  <a:gd name="T8" fmla="*/ 24 w 99"/>
                  <a:gd name="T9" fmla="*/ 101 h 172"/>
                  <a:gd name="T10" fmla="*/ 51 w 99"/>
                  <a:gd name="T11" fmla="*/ 74 h 172"/>
                  <a:gd name="T12" fmla="*/ 70 w 99"/>
                  <a:gd name="T13" fmla="*/ 50 h 172"/>
                  <a:gd name="T14" fmla="*/ 88 w 99"/>
                  <a:gd name="T15" fmla="*/ 50 h 172"/>
                  <a:gd name="T16" fmla="*/ 92 w 99"/>
                  <a:gd name="T17" fmla="*/ 54 h 172"/>
                  <a:gd name="T18" fmla="*/ 90 w 99"/>
                  <a:gd name="T19" fmla="*/ 60 h 172"/>
                  <a:gd name="T20" fmla="*/ 83 w 99"/>
                  <a:gd name="T21" fmla="*/ 69 h 172"/>
                  <a:gd name="T22" fmla="*/ 73 w 99"/>
                  <a:gd name="T23" fmla="*/ 81 h 172"/>
                  <a:gd name="T24" fmla="*/ 60 w 99"/>
                  <a:gd name="T25" fmla="*/ 94 h 172"/>
                  <a:gd name="T26" fmla="*/ 45 w 99"/>
                  <a:gd name="T27" fmla="*/ 107 h 172"/>
                  <a:gd name="T28" fmla="*/ 61 w 99"/>
                  <a:gd name="T29" fmla="*/ 122 h 172"/>
                  <a:gd name="T30" fmla="*/ 75 w 99"/>
                  <a:gd name="T31" fmla="*/ 137 h 172"/>
                  <a:gd name="T32" fmla="*/ 88 w 99"/>
                  <a:gd name="T33" fmla="*/ 153 h 172"/>
                  <a:gd name="T34" fmla="*/ 99 w 99"/>
                  <a:gd name="T35" fmla="*/ 172 h 172"/>
                  <a:gd name="T36" fmla="*/ 77 w 99"/>
                  <a:gd name="T37" fmla="*/ 172 h 172"/>
                  <a:gd name="T38" fmla="*/ 72 w 99"/>
                  <a:gd name="T39" fmla="*/ 171 h 172"/>
                  <a:gd name="T40" fmla="*/ 69 w 99"/>
                  <a:gd name="T41" fmla="*/ 167 h 172"/>
                  <a:gd name="T42" fmla="*/ 61 w 99"/>
                  <a:gd name="T43" fmla="*/ 153 h 172"/>
                  <a:gd name="T44" fmla="*/ 50 w 99"/>
                  <a:gd name="T45" fmla="*/ 141 h 172"/>
                  <a:gd name="T46" fmla="*/ 38 w 99"/>
                  <a:gd name="T47" fmla="*/ 128 h 172"/>
                  <a:gd name="T48" fmla="*/ 24 w 99"/>
                  <a:gd name="T49" fmla="*/ 115 h 172"/>
                  <a:gd name="T50" fmla="*/ 24 w 99"/>
                  <a:gd name="T51" fmla="*/ 172 h 172"/>
                  <a:gd name="T52" fmla="*/ 5 w 99"/>
                  <a:gd name="T53" fmla="*/ 172 h 172"/>
                  <a:gd name="T54" fmla="*/ 0 w 99"/>
                  <a:gd name="T55" fmla="*/ 167 h 172"/>
                  <a:gd name="T56" fmla="*/ 0 w 99"/>
                  <a:gd name="T57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9" h="172">
                    <a:moveTo>
                      <a:pt x="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0" y="0"/>
                      <a:pt x="21" y="0"/>
                      <a:pt x="22" y="1"/>
                    </a:cubicBezTo>
                    <a:cubicBezTo>
                      <a:pt x="23" y="2"/>
                      <a:pt x="24" y="4"/>
                      <a:pt x="24" y="6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35" y="92"/>
                      <a:pt x="44" y="83"/>
                      <a:pt x="51" y="74"/>
                    </a:cubicBezTo>
                    <a:cubicBezTo>
                      <a:pt x="58" y="66"/>
                      <a:pt x="65" y="58"/>
                      <a:pt x="70" y="50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91" y="50"/>
                      <a:pt x="92" y="52"/>
                      <a:pt x="92" y="54"/>
                    </a:cubicBezTo>
                    <a:cubicBezTo>
                      <a:pt x="92" y="56"/>
                      <a:pt x="91" y="58"/>
                      <a:pt x="90" y="60"/>
                    </a:cubicBezTo>
                    <a:cubicBezTo>
                      <a:pt x="88" y="63"/>
                      <a:pt x="86" y="65"/>
                      <a:pt x="83" y="69"/>
                    </a:cubicBezTo>
                    <a:cubicBezTo>
                      <a:pt x="81" y="73"/>
                      <a:pt x="77" y="77"/>
                      <a:pt x="73" y="81"/>
                    </a:cubicBezTo>
                    <a:cubicBezTo>
                      <a:pt x="69" y="85"/>
                      <a:pt x="65" y="90"/>
                      <a:pt x="60" y="94"/>
                    </a:cubicBezTo>
                    <a:cubicBezTo>
                      <a:pt x="55" y="99"/>
                      <a:pt x="50" y="103"/>
                      <a:pt x="45" y="107"/>
                    </a:cubicBezTo>
                    <a:cubicBezTo>
                      <a:pt x="51" y="112"/>
                      <a:pt x="57" y="117"/>
                      <a:pt x="61" y="122"/>
                    </a:cubicBezTo>
                    <a:cubicBezTo>
                      <a:pt x="66" y="126"/>
                      <a:pt x="71" y="132"/>
                      <a:pt x="75" y="137"/>
                    </a:cubicBezTo>
                    <a:cubicBezTo>
                      <a:pt x="80" y="142"/>
                      <a:pt x="84" y="148"/>
                      <a:pt x="88" y="153"/>
                    </a:cubicBezTo>
                    <a:cubicBezTo>
                      <a:pt x="92" y="159"/>
                      <a:pt x="95" y="166"/>
                      <a:pt x="99" y="172"/>
                    </a:cubicBezTo>
                    <a:cubicBezTo>
                      <a:pt x="77" y="172"/>
                      <a:pt x="77" y="172"/>
                      <a:pt x="77" y="172"/>
                    </a:cubicBezTo>
                    <a:cubicBezTo>
                      <a:pt x="75" y="172"/>
                      <a:pt x="73" y="172"/>
                      <a:pt x="72" y="171"/>
                    </a:cubicBezTo>
                    <a:cubicBezTo>
                      <a:pt x="71" y="170"/>
                      <a:pt x="70" y="169"/>
                      <a:pt x="69" y="167"/>
                    </a:cubicBezTo>
                    <a:cubicBezTo>
                      <a:pt x="67" y="162"/>
                      <a:pt x="64" y="158"/>
                      <a:pt x="61" y="153"/>
                    </a:cubicBezTo>
                    <a:cubicBezTo>
                      <a:pt x="57" y="149"/>
                      <a:pt x="54" y="145"/>
                      <a:pt x="50" y="141"/>
                    </a:cubicBezTo>
                    <a:cubicBezTo>
                      <a:pt x="47" y="137"/>
                      <a:pt x="43" y="132"/>
                      <a:pt x="38" y="128"/>
                    </a:cubicBezTo>
                    <a:cubicBezTo>
                      <a:pt x="34" y="124"/>
                      <a:pt x="29" y="119"/>
                      <a:pt x="24" y="115"/>
                    </a:cubicBezTo>
                    <a:cubicBezTo>
                      <a:pt x="24" y="172"/>
                      <a:pt x="24" y="172"/>
                      <a:pt x="24" y="172"/>
                    </a:cubicBezTo>
                    <a:cubicBezTo>
                      <a:pt x="5" y="172"/>
                      <a:pt x="5" y="172"/>
                      <a:pt x="5" y="172"/>
                    </a:cubicBezTo>
                    <a:cubicBezTo>
                      <a:pt x="2" y="172"/>
                      <a:pt x="0" y="170"/>
                      <a:pt x="0" y="16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2" name="Freeform 6"/>
              <p:cNvSpPr>
                <a:spLocks noEditPoints="1"/>
              </p:cNvSpPr>
              <p:nvPr/>
            </p:nvSpPr>
            <p:spPr bwMode="black">
              <a:xfrm>
                <a:off x="3444876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6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7 w 96"/>
                  <a:gd name="T19" fmla="*/ 126 h 128"/>
                  <a:gd name="T20" fmla="*/ 54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4 w 96"/>
                  <a:gd name="T27" fmla="*/ 94 h 128"/>
                  <a:gd name="T28" fmla="*/ 0 w 96"/>
                  <a:gd name="T29" fmla="*/ 65 h 128"/>
                  <a:gd name="T30" fmla="*/ 4 w 96"/>
                  <a:gd name="T31" fmla="*/ 35 h 128"/>
                  <a:gd name="T32" fmla="*/ 13 w 96"/>
                  <a:gd name="T33" fmla="*/ 15 h 128"/>
                  <a:gd name="T34" fmla="*/ 29 w 96"/>
                  <a:gd name="T35" fmla="*/ 4 h 128"/>
                  <a:gd name="T36" fmla="*/ 51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4 w 96"/>
                  <a:gd name="T49" fmla="*/ 73 h 128"/>
                  <a:gd name="T50" fmla="*/ 23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70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29 w 96"/>
                  <a:gd name="T65" fmla="*/ 29 h 128"/>
                  <a:gd name="T66" fmla="*/ 25 w 96"/>
                  <a:gd name="T67" fmla="*/ 40 h 128"/>
                  <a:gd name="T68" fmla="*/ 23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4" y="80"/>
                      <a:pt x="25" y="85"/>
                      <a:pt x="26" y="90"/>
                    </a:cubicBezTo>
                    <a:cubicBezTo>
                      <a:pt x="27" y="94"/>
                      <a:pt x="29" y="98"/>
                      <a:pt x="31" y="100"/>
                    </a:cubicBezTo>
                    <a:cubicBezTo>
                      <a:pt x="34" y="103"/>
                      <a:pt x="37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1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9" y="124"/>
                      <a:pt x="83" y="125"/>
                      <a:pt x="77" y="126"/>
                    </a:cubicBezTo>
                    <a:cubicBezTo>
                      <a:pt x="70" y="127"/>
                      <a:pt x="62" y="128"/>
                      <a:pt x="54" y="128"/>
                    </a:cubicBezTo>
                    <a:cubicBezTo>
                      <a:pt x="45" y="128"/>
                      <a:pt x="37" y="127"/>
                      <a:pt x="30" y="125"/>
                    </a:cubicBezTo>
                    <a:cubicBezTo>
                      <a:pt x="23" y="122"/>
                      <a:pt x="18" y="119"/>
                      <a:pt x="13" y="114"/>
                    </a:cubicBezTo>
                    <a:cubicBezTo>
                      <a:pt x="9" y="109"/>
                      <a:pt x="6" y="102"/>
                      <a:pt x="4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4" y="35"/>
                    </a:cubicBezTo>
                    <a:cubicBezTo>
                      <a:pt x="6" y="27"/>
                      <a:pt x="9" y="20"/>
                      <a:pt x="13" y="15"/>
                    </a:cubicBezTo>
                    <a:cubicBezTo>
                      <a:pt x="17" y="10"/>
                      <a:pt x="23" y="6"/>
                      <a:pt x="29" y="4"/>
                    </a:cubicBezTo>
                    <a:cubicBezTo>
                      <a:pt x="35" y="1"/>
                      <a:pt x="42" y="0"/>
                      <a:pt x="51" y="0"/>
                    </a:cubicBezTo>
                    <a:cubicBezTo>
                      <a:pt x="60" y="0"/>
                      <a:pt x="67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1" y="19"/>
                      <a:pt x="93" y="25"/>
                      <a:pt x="94" y="31"/>
                    </a:cubicBezTo>
                    <a:cubicBezTo>
                      <a:pt x="96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5" y="63"/>
                    </a:cubicBezTo>
                    <a:cubicBezTo>
                      <a:pt x="95" y="68"/>
                      <a:pt x="94" y="71"/>
                      <a:pt x="94" y="73"/>
                    </a:cubicBezTo>
                    <a:lnTo>
                      <a:pt x="23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70" y="26"/>
                    </a:cubicBezTo>
                    <a:cubicBezTo>
                      <a:pt x="67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2" y="25"/>
                      <a:pt x="29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4" y="50"/>
                      <a:pt x="23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3" name="Freeform 7"/>
              <p:cNvSpPr>
                <a:spLocks noEditPoints="1"/>
              </p:cNvSpPr>
              <p:nvPr/>
            </p:nvSpPr>
            <p:spPr bwMode="black">
              <a:xfrm>
                <a:off x="3890964" y="3198810"/>
                <a:ext cx="361949" cy="487363"/>
              </a:xfrm>
              <a:custGeom>
                <a:avLst/>
                <a:gdLst>
                  <a:gd name="T0" fmla="*/ 24 w 96"/>
                  <a:gd name="T1" fmla="*/ 73 h 128"/>
                  <a:gd name="T2" fmla="*/ 26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7 w 96"/>
                  <a:gd name="T19" fmla="*/ 126 h 128"/>
                  <a:gd name="T20" fmla="*/ 54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4 w 96"/>
                  <a:gd name="T27" fmla="*/ 94 h 128"/>
                  <a:gd name="T28" fmla="*/ 0 w 96"/>
                  <a:gd name="T29" fmla="*/ 65 h 128"/>
                  <a:gd name="T30" fmla="*/ 4 w 96"/>
                  <a:gd name="T31" fmla="*/ 35 h 128"/>
                  <a:gd name="T32" fmla="*/ 13 w 96"/>
                  <a:gd name="T33" fmla="*/ 15 h 128"/>
                  <a:gd name="T34" fmla="*/ 29 w 96"/>
                  <a:gd name="T35" fmla="*/ 4 h 128"/>
                  <a:gd name="T36" fmla="*/ 51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6 w 96"/>
                  <a:gd name="T47" fmla="*/ 63 h 128"/>
                  <a:gd name="T48" fmla="*/ 94 w 96"/>
                  <a:gd name="T49" fmla="*/ 73 h 128"/>
                  <a:gd name="T50" fmla="*/ 24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70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30 w 96"/>
                  <a:gd name="T65" fmla="*/ 29 h 128"/>
                  <a:gd name="T66" fmla="*/ 25 w 96"/>
                  <a:gd name="T67" fmla="*/ 40 h 128"/>
                  <a:gd name="T68" fmla="*/ 24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4" y="73"/>
                    </a:moveTo>
                    <a:cubicBezTo>
                      <a:pt x="24" y="80"/>
                      <a:pt x="25" y="85"/>
                      <a:pt x="26" y="90"/>
                    </a:cubicBezTo>
                    <a:cubicBezTo>
                      <a:pt x="27" y="94"/>
                      <a:pt x="29" y="98"/>
                      <a:pt x="31" y="100"/>
                    </a:cubicBezTo>
                    <a:cubicBezTo>
                      <a:pt x="34" y="103"/>
                      <a:pt x="38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6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1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9" y="124"/>
                      <a:pt x="83" y="125"/>
                      <a:pt x="77" y="126"/>
                    </a:cubicBezTo>
                    <a:cubicBezTo>
                      <a:pt x="70" y="127"/>
                      <a:pt x="62" y="128"/>
                      <a:pt x="54" y="128"/>
                    </a:cubicBezTo>
                    <a:cubicBezTo>
                      <a:pt x="45" y="128"/>
                      <a:pt x="37" y="127"/>
                      <a:pt x="30" y="125"/>
                    </a:cubicBezTo>
                    <a:cubicBezTo>
                      <a:pt x="23" y="122"/>
                      <a:pt x="18" y="119"/>
                      <a:pt x="13" y="114"/>
                    </a:cubicBezTo>
                    <a:cubicBezTo>
                      <a:pt x="9" y="109"/>
                      <a:pt x="6" y="102"/>
                      <a:pt x="4" y="94"/>
                    </a:cubicBezTo>
                    <a:cubicBezTo>
                      <a:pt x="2" y="86"/>
                      <a:pt x="0" y="76"/>
                      <a:pt x="0" y="65"/>
                    </a:cubicBezTo>
                    <a:cubicBezTo>
                      <a:pt x="0" y="53"/>
                      <a:pt x="2" y="43"/>
                      <a:pt x="4" y="35"/>
                    </a:cubicBezTo>
                    <a:cubicBezTo>
                      <a:pt x="6" y="27"/>
                      <a:pt x="9" y="20"/>
                      <a:pt x="13" y="15"/>
                    </a:cubicBezTo>
                    <a:cubicBezTo>
                      <a:pt x="17" y="10"/>
                      <a:pt x="23" y="6"/>
                      <a:pt x="29" y="4"/>
                    </a:cubicBezTo>
                    <a:cubicBezTo>
                      <a:pt x="35" y="1"/>
                      <a:pt x="42" y="0"/>
                      <a:pt x="51" y="0"/>
                    </a:cubicBezTo>
                    <a:cubicBezTo>
                      <a:pt x="60" y="0"/>
                      <a:pt x="68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1" y="19"/>
                      <a:pt x="93" y="25"/>
                      <a:pt x="94" y="31"/>
                    </a:cubicBezTo>
                    <a:cubicBezTo>
                      <a:pt x="96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6" y="63"/>
                    </a:cubicBezTo>
                    <a:cubicBezTo>
                      <a:pt x="95" y="68"/>
                      <a:pt x="94" y="71"/>
                      <a:pt x="94" y="73"/>
                    </a:cubicBezTo>
                    <a:lnTo>
                      <a:pt x="24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70" y="26"/>
                    </a:cubicBezTo>
                    <a:cubicBezTo>
                      <a:pt x="67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2" y="25"/>
                      <a:pt x="30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4" y="50"/>
                      <a:pt x="24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4" name="Freeform 8"/>
              <p:cNvSpPr>
                <a:spLocks noEditPoints="1"/>
              </p:cNvSpPr>
              <p:nvPr/>
            </p:nvSpPr>
            <p:spPr bwMode="black">
              <a:xfrm>
                <a:off x="4327526" y="3201985"/>
                <a:ext cx="398462" cy="627062"/>
              </a:xfrm>
              <a:custGeom>
                <a:avLst/>
                <a:gdLst>
                  <a:gd name="T0" fmla="*/ 61 w 106"/>
                  <a:gd name="T1" fmla="*/ 126 h 165"/>
                  <a:gd name="T2" fmla="*/ 44 w 106"/>
                  <a:gd name="T3" fmla="*/ 123 h 165"/>
                  <a:gd name="T4" fmla="*/ 32 w 106"/>
                  <a:gd name="T5" fmla="*/ 118 h 165"/>
                  <a:gd name="T6" fmla="*/ 32 w 106"/>
                  <a:gd name="T7" fmla="*/ 165 h 165"/>
                  <a:gd name="T8" fmla="*/ 14 w 106"/>
                  <a:gd name="T9" fmla="*/ 165 h 165"/>
                  <a:gd name="T10" fmla="*/ 8 w 106"/>
                  <a:gd name="T11" fmla="*/ 160 h 165"/>
                  <a:gd name="T12" fmla="*/ 8 w 106"/>
                  <a:gd name="T13" fmla="*/ 79 h 165"/>
                  <a:gd name="T14" fmla="*/ 8 w 106"/>
                  <a:gd name="T15" fmla="*/ 51 h 165"/>
                  <a:gd name="T16" fmla="*/ 9 w 106"/>
                  <a:gd name="T17" fmla="*/ 22 h 165"/>
                  <a:gd name="T18" fmla="*/ 5 w 106"/>
                  <a:gd name="T19" fmla="*/ 22 h 165"/>
                  <a:gd name="T20" fmla="*/ 0 w 106"/>
                  <a:gd name="T21" fmla="*/ 17 h 165"/>
                  <a:gd name="T22" fmla="*/ 0 w 106"/>
                  <a:gd name="T23" fmla="*/ 5 h 165"/>
                  <a:gd name="T24" fmla="*/ 9 w 106"/>
                  <a:gd name="T25" fmla="*/ 3 h 165"/>
                  <a:gd name="T26" fmla="*/ 21 w 106"/>
                  <a:gd name="T27" fmla="*/ 2 h 165"/>
                  <a:gd name="T28" fmla="*/ 34 w 106"/>
                  <a:gd name="T29" fmla="*/ 1 h 165"/>
                  <a:gd name="T30" fmla="*/ 47 w 106"/>
                  <a:gd name="T31" fmla="*/ 0 h 165"/>
                  <a:gd name="T32" fmla="*/ 74 w 106"/>
                  <a:gd name="T33" fmla="*/ 3 h 165"/>
                  <a:gd name="T34" fmla="*/ 92 w 106"/>
                  <a:gd name="T35" fmla="*/ 14 h 165"/>
                  <a:gd name="T36" fmla="*/ 102 w 106"/>
                  <a:gd name="T37" fmla="*/ 33 h 165"/>
                  <a:gd name="T38" fmla="*/ 106 w 106"/>
                  <a:gd name="T39" fmla="*/ 63 h 165"/>
                  <a:gd name="T40" fmla="*/ 95 w 106"/>
                  <a:gd name="T41" fmla="*/ 111 h 165"/>
                  <a:gd name="T42" fmla="*/ 61 w 106"/>
                  <a:gd name="T43" fmla="*/ 126 h 165"/>
                  <a:gd name="T44" fmla="*/ 54 w 106"/>
                  <a:gd name="T45" fmla="*/ 107 h 165"/>
                  <a:gd name="T46" fmla="*/ 66 w 106"/>
                  <a:gd name="T47" fmla="*/ 105 h 165"/>
                  <a:gd name="T48" fmla="*/ 75 w 106"/>
                  <a:gd name="T49" fmla="*/ 98 h 165"/>
                  <a:gd name="T50" fmla="*/ 80 w 106"/>
                  <a:gd name="T51" fmla="*/ 84 h 165"/>
                  <a:gd name="T52" fmla="*/ 81 w 106"/>
                  <a:gd name="T53" fmla="*/ 63 h 165"/>
                  <a:gd name="T54" fmla="*/ 80 w 106"/>
                  <a:gd name="T55" fmla="*/ 43 h 165"/>
                  <a:gd name="T56" fmla="*/ 75 w 106"/>
                  <a:gd name="T57" fmla="*/ 29 h 165"/>
                  <a:gd name="T58" fmla="*/ 64 w 106"/>
                  <a:gd name="T59" fmla="*/ 22 h 165"/>
                  <a:gd name="T60" fmla="*/ 47 w 106"/>
                  <a:gd name="T61" fmla="*/ 19 h 165"/>
                  <a:gd name="T62" fmla="*/ 40 w 106"/>
                  <a:gd name="T63" fmla="*/ 20 h 165"/>
                  <a:gd name="T64" fmla="*/ 32 w 106"/>
                  <a:gd name="T65" fmla="*/ 20 h 165"/>
                  <a:gd name="T66" fmla="*/ 32 w 106"/>
                  <a:gd name="T67" fmla="*/ 102 h 165"/>
                  <a:gd name="T68" fmla="*/ 42 w 106"/>
                  <a:gd name="T69" fmla="*/ 105 h 165"/>
                  <a:gd name="T70" fmla="*/ 54 w 106"/>
                  <a:gd name="T71" fmla="*/ 107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6" h="165">
                    <a:moveTo>
                      <a:pt x="61" y="126"/>
                    </a:moveTo>
                    <a:cubicBezTo>
                      <a:pt x="54" y="126"/>
                      <a:pt x="48" y="125"/>
                      <a:pt x="44" y="123"/>
                    </a:cubicBezTo>
                    <a:cubicBezTo>
                      <a:pt x="39" y="122"/>
                      <a:pt x="35" y="120"/>
                      <a:pt x="32" y="118"/>
                    </a:cubicBezTo>
                    <a:cubicBezTo>
                      <a:pt x="32" y="165"/>
                      <a:pt x="32" y="165"/>
                      <a:pt x="32" y="165"/>
                    </a:cubicBezTo>
                    <a:cubicBezTo>
                      <a:pt x="14" y="165"/>
                      <a:pt x="14" y="165"/>
                      <a:pt x="14" y="165"/>
                    </a:cubicBezTo>
                    <a:cubicBezTo>
                      <a:pt x="10" y="165"/>
                      <a:pt x="8" y="163"/>
                      <a:pt x="8" y="160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70"/>
                      <a:pt x="8" y="60"/>
                      <a:pt x="8" y="51"/>
                    </a:cubicBezTo>
                    <a:cubicBezTo>
                      <a:pt x="8" y="41"/>
                      <a:pt x="9" y="31"/>
                      <a:pt x="9" y="22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2" y="22"/>
                      <a:pt x="0" y="20"/>
                      <a:pt x="0" y="1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5" y="4"/>
                      <a:pt x="9" y="3"/>
                    </a:cubicBezTo>
                    <a:cubicBezTo>
                      <a:pt x="13" y="3"/>
                      <a:pt x="16" y="2"/>
                      <a:pt x="21" y="2"/>
                    </a:cubicBezTo>
                    <a:cubicBezTo>
                      <a:pt x="25" y="2"/>
                      <a:pt x="29" y="1"/>
                      <a:pt x="34" y="1"/>
                    </a:cubicBezTo>
                    <a:cubicBezTo>
                      <a:pt x="38" y="1"/>
                      <a:pt x="43" y="0"/>
                      <a:pt x="47" y="0"/>
                    </a:cubicBezTo>
                    <a:cubicBezTo>
                      <a:pt x="57" y="0"/>
                      <a:pt x="66" y="1"/>
                      <a:pt x="74" y="3"/>
                    </a:cubicBezTo>
                    <a:cubicBezTo>
                      <a:pt x="81" y="5"/>
                      <a:pt x="87" y="9"/>
                      <a:pt x="92" y="14"/>
                    </a:cubicBezTo>
                    <a:cubicBezTo>
                      <a:pt x="97" y="18"/>
                      <a:pt x="100" y="25"/>
                      <a:pt x="102" y="33"/>
                    </a:cubicBezTo>
                    <a:cubicBezTo>
                      <a:pt x="105" y="41"/>
                      <a:pt x="106" y="51"/>
                      <a:pt x="106" y="63"/>
                    </a:cubicBezTo>
                    <a:cubicBezTo>
                      <a:pt x="106" y="84"/>
                      <a:pt x="102" y="100"/>
                      <a:pt x="95" y="111"/>
                    </a:cubicBezTo>
                    <a:cubicBezTo>
                      <a:pt x="87" y="121"/>
                      <a:pt x="76" y="126"/>
                      <a:pt x="61" y="126"/>
                    </a:cubicBezTo>
                    <a:close/>
                    <a:moveTo>
                      <a:pt x="54" y="107"/>
                    </a:moveTo>
                    <a:cubicBezTo>
                      <a:pt x="59" y="107"/>
                      <a:pt x="63" y="106"/>
                      <a:pt x="66" y="105"/>
                    </a:cubicBezTo>
                    <a:cubicBezTo>
                      <a:pt x="70" y="103"/>
                      <a:pt x="73" y="101"/>
                      <a:pt x="75" y="98"/>
                    </a:cubicBezTo>
                    <a:cubicBezTo>
                      <a:pt x="77" y="94"/>
                      <a:pt x="79" y="90"/>
                      <a:pt x="80" y="84"/>
                    </a:cubicBezTo>
                    <a:cubicBezTo>
                      <a:pt x="81" y="78"/>
                      <a:pt x="81" y="71"/>
                      <a:pt x="81" y="63"/>
                    </a:cubicBezTo>
                    <a:cubicBezTo>
                      <a:pt x="81" y="55"/>
                      <a:pt x="81" y="48"/>
                      <a:pt x="80" y="43"/>
                    </a:cubicBezTo>
                    <a:cubicBezTo>
                      <a:pt x="79" y="37"/>
                      <a:pt x="77" y="33"/>
                      <a:pt x="75" y="29"/>
                    </a:cubicBezTo>
                    <a:cubicBezTo>
                      <a:pt x="72" y="26"/>
                      <a:pt x="69" y="23"/>
                      <a:pt x="64" y="22"/>
                    </a:cubicBezTo>
                    <a:cubicBezTo>
                      <a:pt x="60" y="20"/>
                      <a:pt x="54" y="19"/>
                      <a:pt x="47" y="19"/>
                    </a:cubicBezTo>
                    <a:cubicBezTo>
                      <a:pt x="45" y="19"/>
                      <a:pt x="43" y="19"/>
                      <a:pt x="40" y="20"/>
                    </a:cubicBezTo>
                    <a:cubicBezTo>
                      <a:pt x="37" y="20"/>
                      <a:pt x="34" y="20"/>
                      <a:pt x="32" y="20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5" y="103"/>
                      <a:pt x="39" y="104"/>
                      <a:pt x="42" y="105"/>
                    </a:cubicBezTo>
                    <a:cubicBezTo>
                      <a:pt x="45" y="106"/>
                      <a:pt x="49" y="107"/>
                      <a:pt x="54" y="1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5" name="Freeform 9"/>
              <p:cNvSpPr>
                <a:spLocks/>
              </p:cNvSpPr>
              <p:nvPr/>
            </p:nvSpPr>
            <p:spPr bwMode="black">
              <a:xfrm>
                <a:off x="5006974" y="3206748"/>
                <a:ext cx="236539" cy="466723"/>
              </a:xfrm>
              <a:custGeom>
                <a:avLst/>
                <a:gdLst>
                  <a:gd name="T0" fmla="*/ 55 w 63"/>
                  <a:gd name="T1" fmla="*/ 0 h 123"/>
                  <a:gd name="T2" fmla="*/ 62 w 63"/>
                  <a:gd name="T3" fmla="*/ 2 h 123"/>
                  <a:gd name="T4" fmla="*/ 63 w 63"/>
                  <a:gd name="T5" fmla="*/ 6 h 123"/>
                  <a:gd name="T6" fmla="*/ 63 w 63"/>
                  <a:gd name="T7" fmla="*/ 22 h 123"/>
                  <a:gd name="T8" fmla="*/ 60 w 63"/>
                  <a:gd name="T9" fmla="*/ 22 h 123"/>
                  <a:gd name="T10" fmla="*/ 57 w 63"/>
                  <a:gd name="T11" fmla="*/ 22 h 123"/>
                  <a:gd name="T12" fmla="*/ 39 w 63"/>
                  <a:gd name="T13" fmla="*/ 25 h 123"/>
                  <a:gd name="T14" fmla="*/ 24 w 63"/>
                  <a:gd name="T15" fmla="*/ 36 h 123"/>
                  <a:gd name="T16" fmla="*/ 24 w 63"/>
                  <a:gd name="T17" fmla="*/ 123 h 123"/>
                  <a:gd name="T18" fmla="*/ 5 w 63"/>
                  <a:gd name="T19" fmla="*/ 123 h 123"/>
                  <a:gd name="T20" fmla="*/ 0 w 63"/>
                  <a:gd name="T21" fmla="*/ 118 h 123"/>
                  <a:gd name="T22" fmla="*/ 0 w 63"/>
                  <a:gd name="T23" fmla="*/ 1 h 123"/>
                  <a:gd name="T24" fmla="*/ 14 w 63"/>
                  <a:gd name="T25" fmla="*/ 1 h 123"/>
                  <a:gd name="T26" fmla="*/ 19 w 63"/>
                  <a:gd name="T27" fmla="*/ 2 h 123"/>
                  <a:gd name="T28" fmla="*/ 21 w 63"/>
                  <a:gd name="T29" fmla="*/ 7 h 123"/>
                  <a:gd name="T30" fmla="*/ 22 w 63"/>
                  <a:gd name="T31" fmla="*/ 18 h 123"/>
                  <a:gd name="T32" fmla="*/ 36 w 63"/>
                  <a:gd name="T33" fmla="*/ 6 h 123"/>
                  <a:gd name="T34" fmla="*/ 55 w 63"/>
                  <a:gd name="T3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3" h="123">
                    <a:moveTo>
                      <a:pt x="55" y="0"/>
                    </a:moveTo>
                    <a:cubicBezTo>
                      <a:pt x="58" y="0"/>
                      <a:pt x="60" y="1"/>
                      <a:pt x="62" y="2"/>
                    </a:cubicBezTo>
                    <a:cubicBezTo>
                      <a:pt x="63" y="3"/>
                      <a:pt x="63" y="4"/>
                      <a:pt x="63" y="6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2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0" y="22"/>
                      <a:pt x="44" y="23"/>
                      <a:pt x="39" y="25"/>
                    </a:cubicBezTo>
                    <a:cubicBezTo>
                      <a:pt x="34" y="27"/>
                      <a:pt x="29" y="31"/>
                      <a:pt x="24" y="36"/>
                    </a:cubicBezTo>
                    <a:cubicBezTo>
                      <a:pt x="24" y="123"/>
                      <a:pt x="24" y="123"/>
                      <a:pt x="24" y="123"/>
                    </a:cubicBezTo>
                    <a:cubicBezTo>
                      <a:pt x="5" y="123"/>
                      <a:pt x="5" y="123"/>
                      <a:pt x="5" y="123"/>
                    </a:cubicBezTo>
                    <a:cubicBezTo>
                      <a:pt x="2" y="123"/>
                      <a:pt x="0" y="121"/>
                      <a:pt x="0" y="11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6" y="1"/>
                      <a:pt x="18" y="2"/>
                      <a:pt x="19" y="2"/>
                    </a:cubicBezTo>
                    <a:cubicBezTo>
                      <a:pt x="20" y="3"/>
                      <a:pt x="21" y="5"/>
                      <a:pt x="21" y="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6" y="13"/>
                      <a:pt x="30" y="9"/>
                      <a:pt x="36" y="6"/>
                    </a:cubicBezTo>
                    <a:cubicBezTo>
                      <a:pt x="42" y="2"/>
                      <a:pt x="48" y="0"/>
                      <a:pt x="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6" name="Freeform 10"/>
              <p:cNvSpPr>
                <a:spLocks noEditPoints="1"/>
              </p:cNvSpPr>
              <p:nvPr/>
            </p:nvSpPr>
            <p:spPr bwMode="black">
              <a:xfrm>
                <a:off x="5295902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5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6 w 96"/>
                  <a:gd name="T19" fmla="*/ 126 h 128"/>
                  <a:gd name="T20" fmla="*/ 53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3 w 96"/>
                  <a:gd name="T27" fmla="*/ 94 h 128"/>
                  <a:gd name="T28" fmla="*/ 0 w 96"/>
                  <a:gd name="T29" fmla="*/ 65 h 128"/>
                  <a:gd name="T30" fmla="*/ 3 w 96"/>
                  <a:gd name="T31" fmla="*/ 35 h 128"/>
                  <a:gd name="T32" fmla="*/ 13 w 96"/>
                  <a:gd name="T33" fmla="*/ 15 h 128"/>
                  <a:gd name="T34" fmla="*/ 28 w 96"/>
                  <a:gd name="T35" fmla="*/ 4 h 128"/>
                  <a:gd name="T36" fmla="*/ 50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3 w 96"/>
                  <a:gd name="T49" fmla="*/ 73 h 128"/>
                  <a:gd name="T50" fmla="*/ 23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69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29 w 96"/>
                  <a:gd name="T65" fmla="*/ 29 h 128"/>
                  <a:gd name="T66" fmla="*/ 25 w 96"/>
                  <a:gd name="T67" fmla="*/ 40 h 128"/>
                  <a:gd name="T68" fmla="*/ 23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4" y="80"/>
                      <a:pt x="24" y="85"/>
                      <a:pt x="25" y="90"/>
                    </a:cubicBezTo>
                    <a:cubicBezTo>
                      <a:pt x="26" y="94"/>
                      <a:pt x="28" y="98"/>
                      <a:pt x="31" y="100"/>
                    </a:cubicBezTo>
                    <a:cubicBezTo>
                      <a:pt x="34" y="103"/>
                      <a:pt x="37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0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8" y="124"/>
                      <a:pt x="83" y="125"/>
                      <a:pt x="76" y="126"/>
                    </a:cubicBezTo>
                    <a:cubicBezTo>
                      <a:pt x="70" y="127"/>
                      <a:pt x="62" y="128"/>
                      <a:pt x="53" y="128"/>
                    </a:cubicBezTo>
                    <a:cubicBezTo>
                      <a:pt x="44" y="128"/>
                      <a:pt x="36" y="127"/>
                      <a:pt x="30" y="125"/>
                    </a:cubicBezTo>
                    <a:cubicBezTo>
                      <a:pt x="23" y="122"/>
                      <a:pt x="17" y="119"/>
                      <a:pt x="13" y="114"/>
                    </a:cubicBezTo>
                    <a:cubicBezTo>
                      <a:pt x="9" y="109"/>
                      <a:pt x="5" y="102"/>
                      <a:pt x="3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3" y="35"/>
                    </a:cubicBezTo>
                    <a:cubicBezTo>
                      <a:pt x="5" y="27"/>
                      <a:pt x="9" y="20"/>
                      <a:pt x="13" y="15"/>
                    </a:cubicBezTo>
                    <a:cubicBezTo>
                      <a:pt x="17" y="10"/>
                      <a:pt x="22" y="6"/>
                      <a:pt x="28" y="4"/>
                    </a:cubicBezTo>
                    <a:cubicBezTo>
                      <a:pt x="35" y="1"/>
                      <a:pt x="42" y="0"/>
                      <a:pt x="50" y="0"/>
                    </a:cubicBezTo>
                    <a:cubicBezTo>
                      <a:pt x="60" y="0"/>
                      <a:pt x="67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0" y="19"/>
                      <a:pt x="93" y="25"/>
                      <a:pt x="94" y="31"/>
                    </a:cubicBezTo>
                    <a:cubicBezTo>
                      <a:pt x="95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5" y="63"/>
                    </a:cubicBezTo>
                    <a:cubicBezTo>
                      <a:pt x="95" y="68"/>
                      <a:pt x="94" y="71"/>
                      <a:pt x="93" y="73"/>
                    </a:cubicBezTo>
                    <a:lnTo>
                      <a:pt x="23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69" y="26"/>
                    </a:cubicBezTo>
                    <a:cubicBezTo>
                      <a:pt x="66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1" y="25"/>
                      <a:pt x="29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3" y="50"/>
                      <a:pt x="23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7" name="Freeform 11"/>
              <p:cNvSpPr>
                <a:spLocks noEditPoints="1"/>
              </p:cNvSpPr>
              <p:nvPr/>
            </p:nvSpPr>
            <p:spPr bwMode="black">
              <a:xfrm>
                <a:off x="5746750" y="3040059"/>
                <a:ext cx="109537" cy="633412"/>
              </a:xfrm>
              <a:custGeom>
                <a:avLst/>
                <a:gdLst>
                  <a:gd name="T0" fmla="*/ 15 w 29"/>
                  <a:gd name="T1" fmla="*/ 26 h 167"/>
                  <a:gd name="T2" fmla="*/ 3 w 29"/>
                  <a:gd name="T3" fmla="*/ 23 h 167"/>
                  <a:gd name="T4" fmla="*/ 0 w 29"/>
                  <a:gd name="T5" fmla="*/ 13 h 167"/>
                  <a:gd name="T6" fmla="*/ 3 w 29"/>
                  <a:gd name="T7" fmla="*/ 3 h 167"/>
                  <a:gd name="T8" fmla="*/ 15 w 29"/>
                  <a:gd name="T9" fmla="*/ 0 h 167"/>
                  <a:gd name="T10" fmla="*/ 26 w 29"/>
                  <a:gd name="T11" fmla="*/ 3 h 167"/>
                  <a:gd name="T12" fmla="*/ 29 w 29"/>
                  <a:gd name="T13" fmla="*/ 13 h 167"/>
                  <a:gd name="T14" fmla="*/ 26 w 29"/>
                  <a:gd name="T15" fmla="*/ 23 h 167"/>
                  <a:gd name="T16" fmla="*/ 15 w 29"/>
                  <a:gd name="T17" fmla="*/ 26 h 167"/>
                  <a:gd name="T18" fmla="*/ 27 w 29"/>
                  <a:gd name="T19" fmla="*/ 167 h 167"/>
                  <a:gd name="T20" fmla="*/ 8 w 29"/>
                  <a:gd name="T21" fmla="*/ 167 h 167"/>
                  <a:gd name="T22" fmla="*/ 3 w 29"/>
                  <a:gd name="T23" fmla="*/ 162 h 167"/>
                  <a:gd name="T24" fmla="*/ 3 w 29"/>
                  <a:gd name="T25" fmla="*/ 45 h 167"/>
                  <a:gd name="T26" fmla="*/ 21 w 29"/>
                  <a:gd name="T27" fmla="*/ 45 h 167"/>
                  <a:gd name="T28" fmla="*/ 27 w 29"/>
                  <a:gd name="T29" fmla="*/ 51 h 167"/>
                  <a:gd name="T30" fmla="*/ 27 w 29"/>
                  <a:gd name="T31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167">
                    <a:moveTo>
                      <a:pt x="15" y="26"/>
                    </a:moveTo>
                    <a:cubicBezTo>
                      <a:pt x="9" y="26"/>
                      <a:pt x="5" y="25"/>
                      <a:pt x="3" y="23"/>
                    </a:cubicBezTo>
                    <a:cubicBezTo>
                      <a:pt x="1" y="21"/>
                      <a:pt x="0" y="18"/>
                      <a:pt x="0" y="13"/>
                    </a:cubicBezTo>
                    <a:cubicBezTo>
                      <a:pt x="0" y="8"/>
                      <a:pt x="1" y="5"/>
                      <a:pt x="3" y="3"/>
                    </a:cubicBezTo>
                    <a:cubicBezTo>
                      <a:pt x="5" y="1"/>
                      <a:pt x="9" y="0"/>
                      <a:pt x="15" y="0"/>
                    </a:cubicBezTo>
                    <a:cubicBezTo>
                      <a:pt x="20" y="0"/>
                      <a:pt x="23" y="1"/>
                      <a:pt x="26" y="3"/>
                    </a:cubicBezTo>
                    <a:cubicBezTo>
                      <a:pt x="28" y="5"/>
                      <a:pt x="29" y="8"/>
                      <a:pt x="29" y="13"/>
                    </a:cubicBezTo>
                    <a:cubicBezTo>
                      <a:pt x="29" y="18"/>
                      <a:pt x="28" y="21"/>
                      <a:pt x="26" y="23"/>
                    </a:cubicBezTo>
                    <a:cubicBezTo>
                      <a:pt x="23" y="25"/>
                      <a:pt x="20" y="26"/>
                      <a:pt x="15" y="26"/>
                    </a:cubicBezTo>
                    <a:close/>
                    <a:moveTo>
                      <a:pt x="27" y="167"/>
                    </a:moveTo>
                    <a:cubicBezTo>
                      <a:pt x="8" y="167"/>
                      <a:pt x="8" y="167"/>
                      <a:pt x="8" y="167"/>
                    </a:cubicBezTo>
                    <a:cubicBezTo>
                      <a:pt x="4" y="167"/>
                      <a:pt x="3" y="165"/>
                      <a:pt x="3" y="162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5" y="45"/>
                      <a:pt x="27" y="47"/>
                      <a:pt x="27" y="51"/>
                    </a:cubicBezTo>
                    <a:lnTo>
                      <a:pt x="27" y="1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8" name="Freeform 12"/>
              <p:cNvSpPr>
                <a:spLocks/>
              </p:cNvSpPr>
              <p:nvPr/>
            </p:nvSpPr>
            <p:spPr bwMode="black">
              <a:xfrm>
                <a:off x="5961062" y="3201985"/>
                <a:ext cx="363537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1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7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3" y="22"/>
                      <a:pt x="58" y="20"/>
                      <a:pt x="52" y="20"/>
                    </a:cubicBezTo>
                    <a:cubicBezTo>
                      <a:pt x="45" y="20"/>
                      <a:pt x="39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19" name="Freeform 13"/>
              <p:cNvSpPr>
                <a:spLocks/>
              </p:cNvSpPr>
              <p:nvPr/>
            </p:nvSpPr>
            <p:spPr bwMode="black">
              <a:xfrm>
                <a:off x="6400799" y="3209923"/>
                <a:ext cx="379414" cy="463551"/>
              </a:xfrm>
              <a:custGeom>
                <a:avLst/>
                <a:gdLst>
                  <a:gd name="T0" fmla="*/ 43 w 101"/>
                  <a:gd name="T1" fmla="*/ 122 h 122"/>
                  <a:gd name="T2" fmla="*/ 38 w 101"/>
                  <a:gd name="T3" fmla="*/ 121 h 122"/>
                  <a:gd name="T4" fmla="*/ 36 w 101"/>
                  <a:gd name="T5" fmla="*/ 117 h 122"/>
                  <a:gd name="T6" fmla="*/ 13 w 101"/>
                  <a:gd name="T7" fmla="*/ 59 h 122"/>
                  <a:gd name="T8" fmla="*/ 0 w 101"/>
                  <a:gd name="T9" fmla="*/ 0 h 122"/>
                  <a:gd name="T10" fmla="*/ 20 w 101"/>
                  <a:gd name="T11" fmla="*/ 0 h 122"/>
                  <a:gd name="T12" fmla="*/ 25 w 101"/>
                  <a:gd name="T13" fmla="*/ 6 h 122"/>
                  <a:gd name="T14" fmla="*/ 29 w 101"/>
                  <a:gd name="T15" fmla="*/ 30 h 122"/>
                  <a:gd name="T16" fmla="*/ 35 w 101"/>
                  <a:gd name="T17" fmla="*/ 55 h 122"/>
                  <a:gd name="T18" fmla="*/ 43 w 101"/>
                  <a:gd name="T19" fmla="*/ 79 h 122"/>
                  <a:gd name="T20" fmla="*/ 51 w 101"/>
                  <a:gd name="T21" fmla="*/ 101 h 122"/>
                  <a:gd name="T22" fmla="*/ 60 w 101"/>
                  <a:gd name="T23" fmla="*/ 78 h 122"/>
                  <a:gd name="T24" fmla="*/ 67 w 101"/>
                  <a:gd name="T25" fmla="*/ 52 h 122"/>
                  <a:gd name="T26" fmla="*/ 74 w 101"/>
                  <a:gd name="T27" fmla="*/ 25 h 122"/>
                  <a:gd name="T28" fmla="*/ 78 w 101"/>
                  <a:gd name="T29" fmla="*/ 0 h 122"/>
                  <a:gd name="T30" fmla="*/ 96 w 101"/>
                  <a:gd name="T31" fmla="*/ 0 h 122"/>
                  <a:gd name="T32" fmla="*/ 101 w 101"/>
                  <a:gd name="T33" fmla="*/ 5 h 122"/>
                  <a:gd name="T34" fmla="*/ 100 w 101"/>
                  <a:gd name="T35" fmla="*/ 11 h 122"/>
                  <a:gd name="T36" fmla="*/ 99 w 101"/>
                  <a:gd name="T37" fmla="*/ 19 h 122"/>
                  <a:gd name="T38" fmla="*/ 85 w 101"/>
                  <a:gd name="T39" fmla="*/ 70 h 122"/>
                  <a:gd name="T40" fmla="*/ 64 w 101"/>
                  <a:gd name="T41" fmla="*/ 122 h 122"/>
                  <a:gd name="T42" fmla="*/ 43 w 101"/>
                  <a:gd name="T43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1" h="122">
                    <a:moveTo>
                      <a:pt x="43" y="122"/>
                    </a:moveTo>
                    <a:cubicBezTo>
                      <a:pt x="41" y="122"/>
                      <a:pt x="39" y="122"/>
                      <a:pt x="38" y="121"/>
                    </a:cubicBezTo>
                    <a:cubicBezTo>
                      <a:pt x="38" y="120"/>
                      <a:pt x="37" y="119"/>
                      <a:pt x="36" y="117"/>
                    </a:cubicBezTo>
                    <a:cubicBezTo>
                      <a:pt x="27" y="98"/>
                      <a:pt x="20" y="79"/>
                      <a:pt x="13" y="59"/>
                    </a:cubicBezTo>
                    <a:cubicBezTo>
                      <a:pt x="7" y="40"/>
                      <a:pt x="2" y="2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0"/>
                      <a:pt x="25" y="2"/>
                      <a:pt x="25" y="6"/>
                    </a:cubicBezTo>
                    <a:cubicBezTo>
                      <a:pt x="26" y="13"/>
                      <a:pt x="28" y="21"/>
                      <a:pt x="29" y="30"/>
                    </a:cubicBezTo>
                    <a:cubicBezTo>
                      <a:pt x="31" y="38"/>
                      <a:pt x="33" y="46"/>
                      <a:pt x="35" y="55"/>
                    </a:cubicBezTo>
                    <a:cubicBezTo>
                      <a:pt x="38" y="63"/>
                      <a:pt x="40" y="71"/>
                      <a:pt x="43" y="79"/>
                    </a:cubicBezTo>
                    <a:cubicBezTo>
                      <a:pt x="45" y="87"/>
                      <a:pt x="48" y="95"/>
                      <a:pt x="51" y="101"/>
                    </a:cubicBezTo>
                    <a:cubicBezTo>
                      <a:pt x="54" y="95"/>
                      <a:pt x="57" y="87"/>
                      <a:pt x="60" y="78"/>
                    </a:cubicBezTo>
                    <a:cubicBezTo>
                      <a:pt x="63" y="70"/>
                      <a:pt x="65" y="61"/>
                      <a:pt x="67" y="52"/>
                    </a:cubicBezTo>
                    <a:cubicBezTo>
                      <a:pt x="70" y="43"/>
                      <a:pt x="72" y="34"/>
                      <a:pt x="74" y="25"/>
                    </a:cubicBezTo>
                    <a:cubicBezTo>
                      <a:pt x="75" y="16"/>
                      <a:pt x="77" y="8"/>
                      <a:pt x="78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9" y="0"/>
                      <a:pt x="101" y="2"/>
                      <a:pt x="101" y="5"/>
                    </a:cubicBezTo>
                    <a:cubicBezTo>
                      <a:pt x="101" y="7"/>
                      <a:pt x="101" y="9"/>
                      <a:pt x="100" y="11"/>
                    </a:cubicBezTo>
                    <a:cubicBezTo>
                      <a:pt x="100" y="13"/>
                      <a:pt x="100" y="16"/>
                      <a:pt x="99" y="19"/>
                    </a:cubicBezTo>
                    <a:cubicBezTo>
                      <a:pt x="96" y="36"/>
                      <a:pt x="91" y="53"/>
                      <a:pt x="85" y="70"/>
                    </a:cubicBezTo>
                    <a:cubicBezTo>
                      <a:pt x="79" y="88"/>
                      <a:pt x="72" y="105"/>
                      <a:pt x="64" y="122"/>
                    </a:cubicBezTo>
                    <a:lnTo>
                      <a:pt x="43" y="1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0" name="Freeform 14"/>
              <p:cNvSpPr>
                <a:spLocks noEditPoints="1"/>
              </p:cNvSpPr>
              <p:nvPr/>
            </p:nvSpPr>
            <p:spPr bwMode="black">
              <a:xfrm>
                <a:off x="6840536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5 w 96"/>
                  <a:gd name="T3" fmla="*/ 90 h 128"/>
                  <a:gd name="T4" fmla="*/ 31 w 96"/>
                  <a:gd name="T5" fmla="*/ 100 h 128"/>
                  <a:gd name="T6" fmla="*/ 41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6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6 w 96"/>
                  <a:gd name="T19" fmla="*/ 126 h 128"/>
                  <a:gd name="T20" fmla="*/ 53 w 96"/>
                  <a:gd name="T21" fmla="*/ 128 h 128"/>
                  <a:gd name="T22" fmla="*/ 29 w 96"/>
                  <a:gd name="T23" fmla="*/ 125 h 128"/>
                  <a:gd name="T24" fmla="*/ 13 w 96"/>
                  <a:gd name="T25" fmla="*/ 114 h 128"/>
                  <a:gd name="T26" fmla="*/ 3 w 96"/>
                  <a:gd name="T27" fmla="*/ 94 h 128"/>
                  <a:gd name="T28" fmla="*/ 0 w 96"/>
                  <a:gd name="T29" fmla="*/ 65 h 128"/>
                  <a:gd name="T30" fmla="*/ 3 w 96"/>
                  <a:gd name="T31" fmla="*/ 35 h 128"/>
                  <a:gd name="T32" fmla="*/ 12 w 96"/>
                  <a:gd name="T33" fmla="*/ 15 h 128"/>
                  <a:gd name="T34" fmla="*/ 28 w 96"/>
                  <a:gd name="T35" fmla="*/ 4 h 128"/>
                  <a:gd name="T36" fmla="*/ 50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3 w 96"/>
                  <a:gd name="T49" fmla="*/ 73 h 128"/>
                  <a:gd name="T50" fmla="*/ 23 w 96"/>
                  <a:gd name="T51" fmla="*/ 73 h 128"/>
                  <a:gd name="T52" fmla="*/ 73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69 w 96"/>
                  <a:gd name="T59" fmla="*/ 26 h 128"/>
                  <a:gd name="T60" fmla="*/ 51 w 96"/>
                  <a:gd name="T61" fmla="*/ 19 h 128"/>
                  <a:gd name="T62" fmla="*/ 37 w 96"/>
                  <a:gd name="T63" fmla="*/ 21 h 128"/>
                  <a:gd name="T64" fmla="*/ 29 w 96"/>
                  <a:gd name="T65" fmla="*/ 29 h 128"/>
                  <a:gd name="T66" fmla="*/ 24 w 96"/>
                  <a:gd name="T67" fmla="*/ 40 h 128"/>
                  <a:gd name="T68" fmla="*/ 23 w 96"/>
                  <a:gd name="T69" fmla="*/ 56 h 128"/>
                  <a:gd name="T70" fmla="*/ 73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3" y="80"/>
                      <a:pt x="24" y="85"/>
                      <a:pt x="25" y="90"/>
                    </a:cubicBezTo>
                    <a:cubicBezTo>
                      <a:pt x="26" y="94"/>
                      <a:pt x="28" y="98"/>
                      <a:pt x="31" y="100"/>
                    </a:cubicBezTo>
                    <a:cubicBezTo>
                      <a:pt x="33" y="103"/>
                      <a:pt x="37" y="105"/>
                      <a:pt x="41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4" y="107"/>
                      <a:pt x="86" y="107"/>
                    </a:cubicBezTo>
                    <a:cubicBezTo>
                      <a:pt x="90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8" y="124"/>
                      <a:pt x="83" y="125"/>
                      <a:pt x="76" y="126"/>
                    </a:cubicBezTo>
                    <a:cubicBezTo>
                      <a:pt x="69" y="127"/>
                      <a:pt x="62" y="128"/>
                      <a:pt x="53" y="128"/>
                    </a:cubicBezTo>
                    <a:cubicBezTo>
                      <a:pt x="44" y="128"/>
                      <a:pt x="36" y="127"/>
                      <a:pt x="29" y="125"/>
                    </a:cubicBezTo>
                    <a:cubicBezTo>
                      <a:pt x="23" y="122"/>
                      <a:pt x="17" y="119"/>
                      <a:pt x="13" y="114"/>
                    </a:cubicBezTo>
                    <a:cubicBezTo>
                      <a:pt x="8" y="109"/>
                      <a:pt x="5" y="102"/>
                      <a:pt x="3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3" y="35"/>
                    </a:cubicBezTo>
                    <a:cubicBezTo>
                      <a:pt x="5" y="27"/>
                      <a:pt x="8" y="20"/>
                      <a:pt x="12" y="15"/>
                    </a:cubicBezTo>
                    <a:cubicBezTo>
                      <a:pt x="17" y="10"/>
                      <a:pt x="22" y="6"/>
                      <a:pt x="28" y="4"/>
                    </a:cubicBezTo>
                    <a:cubicBezTo>
                      <a:pt x="34" y="1"/>
                      <a:pt x="42" y="0"/>
                      <a:pt x="50" y="0"/>
                    </a:cubicBezTo>
                    <a:cubicBezTo>
                      <a:pt x="59" y="0"/>
                      <a:pt x="67" y="2"/>
                      <a:pt x="73" y="4"/>
                    </a:cubicBezTo>
                    <a:cubicBezTo>
                      <a:pt x="79" y="7"/>
                      <a:pt x="83" y="10"/>
                      <a:pt x="87" y="15"/>
                    </a:cubicBezTo>
                    <a:cubicBezTo>
                      <a:pt x="90" y="19"/>
                      <a:pt x="92" y="25"/>
                      <a:pt x="94" y="31"/>
                    </a:cubicBezTo>
                    <a:cubicBezTo>
                      <a:pt x="95" y="37"/>
                      <a:pt x="96" y="43"/>
                      <a:pt x="96" y="50"/>
                    </a:cubicBezTo>
                    <a:cubicBezTo>
                      <a:pt x="96" y="55"/>
                      <a:pt x="95" y="59"/>
                      <a:pt x="95" y="63"/>
                    </a:cubicBezTo>
                    <a:cubicBezTo>
                      <a:pt x="94" y="68"/>
                      <a:pt x="94" y="71"/>
                      <a:pt x="93" y="73"/>
                    </a:cubicBezTo>
                    <a:lnTo>
                      <a:pt x="23" y="73"/>
                    </a:lnTo>
                    <a:close/>
                    <a:moveTo>
                      <a:pt x="73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2" y="32"/>
                      <a:pt x="69" y="26"/>
                    </a:cubicBezTo>
                    <a:cubicBezTo>
                      <a:pt x="66" y="21"/>
                      <a:pt x="60" y="19"/>
                      <a:pt x="51" y="19"/>
                    </a:cubicBezTo>
                    <a:cubicBezTo>
                      <a:pt x="45" y="19"/>
                      <a:pt x="41" y="19"/>
                      <a:pt x="37" y="21"/>
                    </a:cubicBezTo>
                    <a:cubicBezTo>
                      <a:pt x="34" y="23"/>
                      <a:pt x="31" y="25"/>
                      <a:pt x="29" y="29"/>
                    </a:cubicBezTo>
                    <a:cubicBezTo>
                      <a:pt x="27" y="32"/>
                      <a:pt x="25" y="36"/>
                      <a:pt x="24" y="40"/>
                    </a:cubicBezTo>
                    <a:cubicBezTo>
                      <a:pt x="24" y="45"/>
                      <a:pt x="23" y="50"/>
                      <a:pt x="23" y="56"/>
                    </a:cubicBezTo>
                    <a:lnTo>
                      <a:pt x="73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1" name="Freeform 15"/>
              <p:cNvSpPr>
                <a:spLocks/>
              </p:cNvSpPr>
              <p:nvPr/>
            </p:nvSpPr>
            <p:spPr bwMode="black">
              <a:xfrm>
                <a:off x="7297734" y="3201985"/>
                <a:ext cx="365125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2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8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4" y="22"/>
                      <a:pt x="59" y="20"/>
                      <a:pt x="52" y="20"/>
                    </a:cubicBezTo>
                    <a:cubicBezTo>
                      <a:pt x="45" y="20"/>
                      <a:pt x="40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2" name="Freeform 16"/>
              <p:cNvSpPr>
                <a:spLocks/>
              </p:cNvSpPr>
              <p:nvPr/>
            </p:nvSpPr>
            <p:spPr bwMode="black">
              <a:xfrm>
                <a:off x="7740647" y="3089272"/>
                <a:ext cx="255587" cy="592137"/>
              </a:xfrm>
              <a:custGeom>
                <a:avLst/>
                <a:gdLst>
                  <a:gd name="T0" fmla="*/ 68 w 68"/>
                  <a:gd name="T1" fmla="*/ 154 h 156"/>
                  <a:gd name="T2" fmla="*/ 58 w 68"/>
                  <a:gd name="T3" fmla="*/ 156 h 156"/>
                  <a:gd name="T4" fmla="*/ 47 w 68"/>
                  <a:gd name="T5" fmla="*/ 156 h 156"/>
                  <a:gd name="T6" fmla="*/ 22 w 68"/>
                  <a:gd name="T7" fmla="*/ 149 h 156"/>
                  <a:gd name="T8" fmla="*/ 14 w 68"/>
                  <a:gd name="T9" fmla="*/ 125 h 156"/>
                  <a:gd name="T10" fmla="*/ 14 w 68"/>
                  <a:gd name="T11" fmla="*/ 51 h 156"/>
                  <a:gd name="T12" fmla="*/ 6 w 68"/>
                  <a:gd name="T13" fmla="*/ 51 h 156"/>
                  <a:gd name="T14" fmla="*/ 0 w 68"/>
                  <a:gd name="T15" fmla="*/ 46 h 156"/>
                  <a:gd name="T16" fmla="*/ 0 w 68"/>
                  <a:gd name="T17" fmla="*/ 32 h 156"/>
                  <a:gd name="T18" fmla="*/ 15 w 68"/>
                  <a:gd name="T19" fmla="*/ 32 h 156"/>
                  <a:gd name="T20" fmla="*/ 16 w 68"/>
                  <a:gd name="T21" fmla="*/ 0 h 156"/>
                  <a:gd name="T22" fmla="*/ 33 w 68"/>
                  <a:gd name="T23" fmla="*/ 0 h 156"/>
                  <a:gd name="T24" fmla="*/ 39 w 68"/>
                  <a:gd name="T25" fmla="*/ 6 h 156"/>
                  <a:gd name="T26" fmla="*/ 39 w 68"/>
                  <a:gd name="T27" fmla="*/ 32 h 156"/>
                  <a:gd name="T28" fmla="*/ 62 w 68"/>
                  <a:gd name="T29" fmla="*/ 32 h 156"/>
                  <a:gd name="T30" fmla="*/ 66 w 68"/>
                  <a:gd name="T31" fmla="*/ 34 h 156"/>
                  <a:gd name="T32" fmla="*/ 68 w 68"/>
                  <a:gd name="T33" fmla="*/ 38 h 156"/>
                  <a:gd name="T34" fmla="*/ 68 w 68"/>
                  <a:gd name="T35" fmla="*/ 51 h 156"/>
                  <a:gd name="T36" fmla="*/ 39 w 68"/>
                  <a:gd name="T37" fmla="*/ 51 h 156"/>
                  <a:gd name="T38" fmla="*/ 39 w 68"/>
                  <a:gd name="T39" fmla="*/ 123 h 156"/>
                  <a:gd name="T40" fmla="*/ 41 w 68"/>
                  <a:gd name="T41" fmla="*/ 133 h 156"/>
                  <a:gd name="T42" fmla="*/ 49 w 68"/>
                  <a:gd name="T43" fmla="*/ 137 h 156"/>
                  <a:gd name="T44" fmla="*/ 56 w 68"/>
                  <a:gd name="T45" fmla="*/ 137 h 156"/>
                  <a:gd name="T46" fmla="*/ 61 w 68"/>
                  <a:gd name="T47" fmla="*/ 137 h 156"/>
                  <a:gd name="T48" fmla="*/ 68 w 68"/>
                  <a:gd name="T49" fmla="*/ 142 h 156"/>
                  <a:gd name="T50" fmla="*/ 68 w 68"/>
                  <a:gd name="T51" fmla="*/ 15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156">
                    <a:moveTo>
                      <a:pt x="68" y="154"/>
                    </a:moveTo>
                    <a:cubicBezTo>
                      <a:pt x="64" y="155"/>
                      <a:pt x="61" y="155"/>
                      <a:pt x="58" y="156"/>
                    </a:cubicBezTo>
                    <a:cubicBezTo>
                      <a:pt x="54" y="156"/>
                      <a:pt x="51" y="156"/>
                      <a:pt x="47" y="156"/>
                    </a:cubicBezTo>
                    <a:cubicBezTo>
                      <a:pt x="36" y="156"/>
                      <a:pt x="27" y="154"/>
                      <a:pt x="22" y="149"/>
                    </a:cubicBezTo>
                    <a:cubicBezTo>
                      <a:pt x="17" y="144"/>
                      <a:pt x="14" y="136"/>
                      <a:pt x="14" y="125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2" y="51"/>
                      <a:pt x="0" y="50"/>
                      <a:pt x="0" y="4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7" y="0"/>
                      <a:pt x="39" y="2"/>
                      <a:pt x="39" y="6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4" y="32"/>
                      <a:pt x="65" y="33"/>
                      <a:pt x="66" y="34"/>
                    </a:cubicBezTo>
                    <a:cubicBezTo>
                      <a:pt x="67" y="35"/>
                      <a:pt x="68" y="36"/>
                      <a:pt x="68" y="38"/>
                    </a:cubicBezTo>
                    <a:cubicBezTo>
                      <a:pt x="68" y="51"/>
                      <a:pt x="68" y="51"/>
                      <a:pt x="68" y="51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9" y="123"/>
                      <a:pt x="39" y="123"/>
                      <a:pt x="39" y="123"/>
                    </a:cubicBezTo>
                    <a:cubicBezTo>
                      <a:pt x="39" y="128"/>
                      <a:pt x="39" y="131"/>
                      <a:pt x="41" y="133"/>
                    </a:cubicBezTo>
                    <a:cubicBezTo>
                      <a:pt x="42" y="136"/>
                      <a:pt x="45" y="137"/>
                      <a:pt x="49" y="137"/>
                    </a:cubicBezTo>
                    <a:cubicBezTo>
                      <a:pt x="52" y="137"/>
                      <a:pt x="54" y="137"/>
                      <a:pt x="56" y="137"/>
                    </a:cubicBezTo>
                    <a:cubicBezTo>
                      <a:pt x="58" y="137"/>
                      <a:pt x="60" y="137"/>
                      <a:pt x="61" y="137"/>
                    </a:cubicBezTo>
                    <a:cubicBezTo>
                      <a:pt x="66" y="137"/>
                      <a:pt x="68" y="139"/>
                      <a:pt x="68" y="142"/>
                    </a:cubicBezTo>
                    <a:lnTo>
                      <a:pt x="68" y="1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3" name="Freeform 17"/>
              <p:cNvSpPr>
                <a:spLocks noEditPoints="1"/>
              </p:cNvSpPr>
              <p:nvPr/>
            </p:nvSpPr>
            <p:spPr bwMode="black">
              <a:xfrm>
                <a:off x="8075610" y="3040059"/>
                <a:ext cx="112713" cy="633412"/>
              </a:xfrm>
              <a:custGeom>
                <a:avLst/>
                <a:gdLst>
                  <a:gd name="T0" fmla="*/ 15 w 30"/>
                  <a:gd name="T1" fmla="*/ 26 h 167"/>
                  <a:gd name="T2" fmla="*/ 3 w 30"/>
                  <a:gd name="T3" fmla="*/ 23 h 167"/>
                  <a:gd name="T4" fmla="*/ 0 w 30"/>
                  <a:gd name="T5" fmla="*/ 13 h 167"/>
                  <a:gd name="T6" fmla="*/ 3 w 30"/>
                  <a:gd name="T7" fmla="*/ 3 h 167"/>
                  <a:gd name="T8" fmla="*/ 15 w 30"/>
                  <a:gd name="T9" fmla="*/ 0 h 167"/>
                  <a:gd name="T10" fmla="*/ 26 w 30"/>
                  <a:gd name="T11" fmla="*/ 3 h 167"/>
                  <a:gd name="T12" fmla="*/ 30 w 30"/>
                  <a:gd name="T13" fmla="*/ 13 h 167"/>
                  <a:gd name="T14" fmla="*/ 26 w 30"/>
                  <a:gd name="T15" fmla="*/ 23 h 167"/>
                  <a:gd name="T16" fmla="*/ 15 w 30"/>
                  <a:gd name="T17" fmla="*/ 26 h 167"/>
                  <a:gd name="T18" fmla="*/ 27 w 30"/>
                  <a:gd name="T19" fmla="*/ 167 h 167"/>
                  <a:gd name="T20" fmla="*/ 8 w 30"/>
                  <a:gd name="T21" fmla="*/ 167 h 167"/>
                  <a:gd name="T22" fmla="*/ 3 w 30"/>
                  <a:gd name="T23" fmla="*/ 162 h 167"/>
                  <a:gd name="T24" fmla="*/ 3 w 30"/>
                  <a:gd name="T25" fmla="*/ 45 h 167"/>
                  <a:gd name="T26" fmla="*/ 21 w 30"/>
                  <a:gd name="T27" fmla="*/ 45 h 167"/>
                  <a:gd name="T28" fmla="*/ 27 w 30"/>
                  <a:gd name="T29" fmla="*/ 51 h 167"/>
                  <a:gd name="T30" fmla="*/ 27 w 30"/>
                  <a:gd name="T31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167">
                    <a:moveTo>
                      <a:pt x="15" y="26"/>
                    </a:moveTo>
                    <a:cubicBezTo>
                      <a:pt x="9" y="26"/>
                      <a:pt x="6" y="25"/>
                      <a:pt x="3" y="23"/>
                    </a:cubicBezTo>
                    <a:cubicBezTo>
                      <a:pt x="1" y="21"/>
                      <a:pt x="0" y="18"/>
                      <a:pt x="0" y="13"/>
                    </a:cubicBezTo>
                    <a:cubicBezTo>
                      <a:pt x="0" y="8"/>
                      <a:pt x="1" y="5"/>
                      <a:pt x="3" y="3"/>
                    </a:cubicBezTo>
                    <a:cubicBezTo>
                      <a:pt x="6" y="1"/>
                      <a:pt x="9" y="0"/>
                      <a:pt x="15" y="0"/>
                    </a:cubicBezTo>
                    <a:cubicBezTo>
                      <a:pt x="20" y="0"/>
                      <a:pt x="24" y="1"/>
                      <a:pt x="26" y="3"/>
                    </a:cubicBezTo>
                    <a:cubicBezTo>
                      <a:pt x="28" y="5"/>
                      <a:pt x="30" y="8"/>
                      <a:pt x="30" y="13"/>
                    </a:cubicBezTo>
                    <a:cubicBezTo>
                      <a:pt x="30" y="18"/>
                      <a:pt x="28" y="21"/>
                      <a:pt x="26" y="23"/>
                    </a:cubicBezTo>
                    <a:cubicBezTo>
                      <a:pt x="24" y="25"/>
                      <a:pt x="20" y="26"/>
                      <a:pt x="15" y="26"/>
                    </a:cubicBezTo>
                    <a:close/>
                    <a:moveTo>
                      <a:pt x="27" y="167"/>
                    </a:moveTo>
                    <a:cubicBezTo>
                      <a:pt x="8" y="167"/>
                      <a:pt x="8" y="167"/>
                      <a:pt x="8" y="167"/>
                    </a:cubicBezTo>
                    <a:cubicBezTo>
                      <a:pt x="5" y="167"/>
                      <a:pt x="3" y="165"/>
                      <a:pt x="3" y="162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5" y="45"/>
                      <a:pt x="27" y="47"/>
                      <a:pt x="27" y="51"/>
                    </a:cubicBezTo>
                    <a:lnTo>
                      <a:pt x="27" y="1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4" name="Freeform 18"/>
              <p:cNvSpPr>
                <a:spLocks/>
              </p:cNvSpPr>
              <p:nvPr/>
            </p:nvSpPr>
            <p:spPr bwMode="black">
              <a:xfrm>
                <a:off x="8289928" y="3201985"/>
                <a:ext cx="363537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2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8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4" y="22"/>
                      <a:pt x="59" y="20"/>
                      <a:pt x="52" y="20"/>
                    </a:cubicBezTo>
                    <a:cubicBezTo>
                      <a:pt x="45" y="20"/>
                      <a:pt x="40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  <p:sp>
            <p:nvSpPr>
              <p:cNvPr id="25" name="Freeform 19"/>
              <p:cNvSpPr>
                <a:spLocks noEditPoints="1"/>
              </p:cNvSpPr>
              <p:nvPr/>
            </p:nvSpPr>
            <p:spPr bwMode="black">
              <a:xfrm>
                <a:off x="8751889" y="3201988"/>
                <a:ext cx="390524" cy="635000"/>
              </a:xfrm>
              <a:custGeom>
                <a:avLst/>
                <a:gdLst>
                  <a:gd name="T0" fmla="*/ 0 w 104"/>
                  <a:gd name="T1" fmla="*/ 62 h 167"/>
                  <a:gd name="T2" fmla="*/ 3 w 104"/>
                  <a:gd name="T3" fmla="*/ 32 h 167"/>
                  <a:gd name="T4" fmla="*/ 14 w 104"/>
                  <a:gd name="T5" fmla="*/ 13 h 167"/>
                  <a:gd name="T6" fmla="*/ 32 w 104"/>
                  <a:gd name="T7" fmla="*/ 3 h 167"/>
                  <a:gd name="T8" fmla="*/ 58 w 104"/>
                  <a:gd name="T9" fmla="*/ 0 h 167"/>
                  <a:gd name="T10" fmla="*/ 78 w 104"/>
                  <a:gd name="T11" fmla="*/ 1 h 167"/>
                  <a:gd name="T12" fmla="*/ 95 w 104"/>
                  <a:gd name="T13" fmla="*/ 4 h 167"/>
                  <a:gd name="T14" fmla="*/ 102 w 104"/>
                  <a:gd name="T15" fmla="*/ 6 h 167"/>
                  <a:gd name="T16" fmla="*/ 104 w 104"/>
                  <a:gd name="T17" fmla="*/ 12 h 167"/>
                  <a:gd name="T18" fmla="*/ 104 w 104"/>
                  <a:gd name="T19" fmla="*/ 22 h 167"/>
                  <a:gd name="T20" fmla="*/ 95 w 104"/>
                  <a:gd name="T21" fmla="*/ 22 h 167"/>
                  <a:gd name="T22" fmla="*/ 96 w 104"/>
                  <a:gd name="T23" fmla="*/ 52 h 167"/>
                  <a:gd name="T24" fmla="*/ 96 w 104"/>
                  <a:gd name="T25" fmla="*/ 81 h 167"/>
                  <a:gd name="T26" fmla="*/ 96 w 104"/>
                  <a:gd name="T27" fmla="*/ 124 h 167"/>
                  <a:gd name="T28" fmla="*/ 85 w 104"/>
                  <a:gd name="T29" fmla="*/ 156 h 167"/>
                  <a:gd name="T30" fmla="*/ 48 w 104"/>
                  <a:gd name="T31" fmla="*/ 167 h 167"/>
                  <a:gd name="T32" fmla="*/ 39 w 104"/>
                  <a:gd name="T33" fmla="*/ 167 h 167"/>
                  <a:gd name="T34" fmla="*/ 30 w 104"/>
                  <a:gd name="T35" fmla="*/ 166 h 167"/>
                  <a:gd name="T36" fmla="*/ 20 w 104"/>
                  <a:gd name="T37" fmla="*/ 164 h 167"/>
                  <a:gd name="T38" fmla="*/ 13 w 104"/>
                  <a:gd name="T39" fmla="*/ 162 h 167"/>
                  <a:gd name="T40" fmla="*/ 9 w 104"/>
                  <a:gd name="T41" fmla="*/ 159 h 167"/>
                  <a:gd name="T42" fmla="*/ 8 w 104"/>
                  <a:gd name="T43" fmla="*/ 155 h 167"/>
                  <a:gd name="T44" fmla="*/ 8 w 104"/>
                  <a:gd name="T45" fmla="*/ 145 h 167"/>
                  <a:gd name="T46" fmla="*/ 25 w 104"/>
                  <a:gd name="T47" fmla="*/ 147 h 167"/>
                  <a:gd name="T48" fmla="*/ 41 w 104"/>
                  <a:gd name="T49" fmla="*/ 147 h 167"/>
                  <a:gd name="T50" fmla="*/ 65 w 104"/>
                  <a:gd name="T51" fmla="*/ 142 h 167"/>
                  <a:gd name="T52" fmla="*/ 72 w 104"/>
                  <a:gd name="T53" fmla="*/ 126 h 167"/>
                  <a:gd name="T54" fmla="*/ 72 w 104"/>
                  <a:gd name="T55" fmla="*/ 111 h 167"/>
                  <a:gd name="T56" fmla="*/ 58 w 104"/>
                  <a:gd name="T57" fmla="*/ 118 h 167"/>
                  <a:gd name="T58" fmla="*/ 42 w 104"/>
                  <a:gd name="T59" fmla="*/ 121 h 167"/>
                  <a:gd name="T60" fmla="*/ 21 w 104"/>
                  <a:gd name="T61" fmla="*/ 116 h 167"/>
                  <a:gd name="T62" fmla="*/ 8 w 104"/>
                  <a:gd name="T63" fmla="*/ 104 h 167"/>
                  <a:gd name="T64" fmla="*/ 2 w 104"/>
                  <a:gd name="T65" fmla="*/ 86 h 167"/>
                  <a:gd name="T66" fmla="*/ 0 w 104"/>
                  <a:gd name="T67" fmla="*/ 62 h 167"/>
                  <a:gd name="T68" fmla="*/ 24 w 104"/>
                  <a:gd name="T69" fmla="*/ 62 h 167"/>
                  <a:gd name="T70" fmla="*/ 25 w 104"/>
                  <a:gd name="T71" fmla="*/ 81 h 167"/>
                  <a:gd name="T72" fmla="*/ 30 w 104"/>
                  <a:gd name="T73" fmla="*/ 93 h 167"/>
                  <a:gd name="T74" fmla="*/ 38 w 104"/>
                  <a:gd name="T75" fmla="*/ 100 h 167"/>
                  <a:gd name="T76" fmla="*/ 49 w 104"/>
                  <a:gd name="T77" fmla="*/ 102 h 167"/>
                  <a:gd name="T78" fmla="*/ 62 w 104"/>
                  <a:gd name="T79" fmla="*/ 100 h 167"/>
                  <a:gd name="T80" fmla="*/ 72 w 104"/>
                  <a:gd name="T81" fmla="*/ 94 h 167"/>
                  <a:gd name="T82" fmla="*/ 72 w 104"/>
                  <a:gd name="T83" fmla="*/ 20 h 167"/>
                  <a:gd name="T84" fmla="*/ 65 w 104"/>
                  <a:gd name="T85" fmla="*/ 20 h 167"/>
                  <a:gd name="T86" fmla="*/ 57 w 104"/>
                  <a:gd name="T87" fmla="*/ 19 h 167"/>
                  <a:gd name="T88" fmla="*/ 42 w 104"/>
                  <a:gd name="T89" fmla="*/ 21 h 167"/>
                  <a:gd name="T90" fmla="*/ 32 w 104"/>
                  <a:gd name="T91" fmla="*/ 27 h 167"/>
                  <a:gd name="T92" fmla="*/ 26 w 104"/>
                  <a:gd name="T93" fmla="*/ 40 h 167"/>
                  <a:gd name="T94" fmla="*/ 24 w 104"/>
                  <a:gd name="T95" fmla="*/ 62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167">
                    <a:moveTo>
                      <a:pt x="0" y="62"/>
                    </a:moveTo>
                    <a:cubicBezTo>
                      <a:pt x="0" y="50"/>
                      <a:pt x="1" y="40"/>
                      <a:pt x="3" y="32"/>
                    </a:cubicBezTo>
                    <a:cubicBezTo>
                      <a:pt x="5" y="24"/>
                      <a:pt x="9" y="18"/>
                      <a:pt x="14" y="13"/>
                    </a:cubicBezTo>
                    <a:cubicBezTo>
                      <a:pt x="19" y="9"/>
                      <a:pt x="25" y="5"/>
                      <a:pt x="32" y="3"/>
                    </a:cubicBezTo>
                    <a:cubicBezTo>
                      <a:pt x="39" y="1"/>
                      <a:pt x="48" y="0"/>
                      <a:pt x="58" y="0"/>
                    </a:cubicBezTo>
                    <a:cubicBezTo>
                      <a:pt x="64" y="0"/>
                      <a:pt x="71" y="1"/>
                      <a:pt x="78" y="1"/>
                    </a:cubicBezTo>
                    <a:cubicBezTo>
                      <a:pt x="84" y="2"/>
                      <a:pt x="90" y="3"/>
                      <a:pt x="95" y="4"/>
                    </a:cubicBezTo>
                    <a:cubicBezTo>
                      <a:pt x="98" y="4"/>
                      <a:pt x="100" y="5"/>
                      <a:pt x="102" y="6"/>
                    </a:cubicBezTo>
                    <a:cubicBezTo>
                      <a:pt x="103" y="7"/>
                      <a:pt x="104" y="9"/>
                      <a:pt x="104" y="12"/>
                    </a:cubicBezTo>
                    <a:cubicBezTo>
                      <a:pt x="104" y="22"/>
                      <a:pt x="104" y="22"/>
                      <a:pt x="104" y="22"/>
                    </a:cubicBezTo>
                    <a:cubicBezTo>
                      <a:pt x="95" y="22"/>
                      <a:pt x="95" y="22"/>
                      <a:pt x="95" y="22"/>
                    </a:cubicBezTo>
                    <a:cubicBezTo>
                      <a:pt x="96" y="32"/>
                      <a:pt x="96" y="42"/>
                      <a:pt x="96" y="52"/>
                    </a:cubicBezTo>
                    <a:cubicBezTo>
                      <a:pt x="96" y="62"/>
                      <a:pt x="96" y="71"/>
                      <a:pt x="96" y="81"/>
                    </a:cubicBezTo>
                    <a:cubicBezTo>
                      <a:pt x="96" y="124"/>
                      <a:pt x="96" y="124"/>
                      <a:pt x="96" y="124"/>
                    </a:cubicBezTo>
                    <a:cubicBezTo>
                      <a:pt x="96" y="138"/>
                      <a:pt x="92" y="149"/>
                      <a:pt x="85" y="156"/>
                    </a:cubicBezTo>
                    <a:cubicBezTo>
                      <a:pt x="77" y="163"/>
                      <a:pt x="65" y="167"/>
                      <a:pt x="48" y="167"/>
                    </a:cubicBezTo>
                    <a:cubicBezTo>
                      <a:pt x="46" y="167"/>
                      <a:pt x="43" y="167"/>
                      <a:pt x="39" y="167"/>
                    </a:cubicBezTo>
                    <a:cubicBezTo>
                      <a:pt x="36" y="166"/>
                      <a:pt x="33" y="166"/>
                      <a:pt x="30" y="166"/>
                    </a:cubicBezTo>
                    <a:cubicBezTo>
                      <a:pt x="26" y="165"/>
                      <a:pt x="23" y="165"/>
                      <a:pt x="20" y="164"/>
                    </a:cubicBezTo>
                    <a:cubicBezTo>
                      <a:pt x="17" y="164"/>
                      <a:pt x="15" y="163"/>
                      <a:pt x="13" y="162"/>
                    </a:cubicBezTo>
                    <a:cubicBezTo>
                      <a:pt x="11" y="161"/>
                      <a:pt x="10" y="160"/>
                      <a:pt x="9" y="159"/>
                    </a:cubicBezTo>
                    <a:cubicBezTo>
                      <a:pt x="8" y="158"/>
                      <a:pt x="8" y="157"/>
                      <a:pt x="8" y="155"/>
                    </a:cubicBezTo>
                    <a:cubicBezTo>
                      <a:pt x="8" y="145"/>
                      <a:pt x="8" y="145"/>
                      <a:pt x="8" y="145"/>
                    </a:cubicBezTo>
                    <a:cubicBezTo>
                      <a:pt x="14" y="146"/>
                      <a:pt x="19" y="146"/>
                      <a:pt x="25" y="147"/>
                    </a:cubicBezTo>
                    <a:cubicBezTo>
                      <a:pt x="31" y="147"/>
                      <a:pt x="36" y="147"/>
                      <a:pt x="41" y="147"/>
                    </a:cubicBezTo>
                    <a:cubicBezTo>
                      <a:pt x="53" y="147"/>
                      <a:pt x="61" y="146"/>
                      <a:pt x="65" y="142"/>
                    </a:cubicBezTo>
                    <a:cubicBezTo>
                      <a:pt x="70" y="139"/>
                      <a:pt x="72" y="134"/>
                      <a:pt x="72" y="126"/>
                    </a:cubicBezTo>
                    <a:cubicBezTo>
                      <a:pt x="72" y="111"/>
                      <a:pt x="72" y="111"/>
                      <a:pt x="72" y="111"/>
                    </a:cubicBezTo>
                    <a:cubicBezTo>
                      <a:pt x="68" y="114"/>
                      <a:pt x="63" y="116"/>
                      <a:pt x="58" y="118"/>
                    </a:cubicBezTo>
                    <a:cubicBezTo>
                      <a:pt x="54" y="120"/>
                      <a:pt x="48" y="121"/>
                      <a:pt x="42" y="121"/>
                    </a:cubicBezTo>
                    <a:cubicBezTo>
                      <a:pt x="33" y="121"/>
                      <a:pt x="26" y="119"/>
                      <a:pt x="21" y="116"/>
                    </a:cubicBezTo>
                    <a:cubicBezTo>
                      <a:pt x="16" y="114"/>
                      <a:pt x="11" y="109"/>
                      <a:pt x="8" y="104"/>
                    </a:cubicBezTo>
                    <a:cubicBezTo>
                      <a:pt x="5" y="99"/>
                      <a:pt x="3" y="93"/>
                      <a:pt x="2" y="86"/>
                    </a:cubicBezTo>
                    <a:cubicBezTo>
                      <a:pt x="0" y="79"/>
                      <a:pt x="0" y="71"/>
                      <a:pt x="0" y="62"/>
                    </a:cubicBezTo>
                    <a:close/>
                    <a:moveTo>
                      <a:pt x="24" y="62"/>
                    </a:moveTo>
                    <a:cubicBezTo>
                      <a:pt x="24" y="69"/>
                      <a:pt x="24" y="76"/>
                      <a:pt x="25" y="81"/>
                    </a:cubicBezTo>
                    <a:cubicBezTo>
                      <a:pt x="26" y="86"/>
                      <a:pt x="28" y="90"/>
                      <a:pt x="30" y="93"/>
                    </a:cubicBezTo>
                    <a:cubicBezTo>
                      <a:pt x="32" y="96"/>
                      <a:pt x="34" y="99"/>
                      <a:pt x="38" y="100"/>
                    </a:cubicBezTo>
                    <a:cubicBezTo>
                      <a:pt x="41" y="101"/>
                      <a:pt x="44" y="102"/>
                      <a:pt x="49" y="102"/>
                    </a:cubicBezTo>
                    <a:cubicBezTo>
                      <a:pt x="54" y="102"/>
                      <a:pt x="58" y="101"/>
                      <a:pt x="62" y="100"/>
                    </a:cubicBezTo>
                    <a:cubicBezTo>
                      <a:pt x="65" y="98"/>
                      <a:pt x="69" y="96"/>
                      <a:pt x="72" y="94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0" y="20"/>
                      <a:pt x="67" y="20"/>
                      <a:pt x="65" y="20"/>
                    </a:cubicBezTo>
                    <a:cubicBezTo>
                      <a:pt x="62" y="19"/>
                      <a:pt x="59" y="19"/>
                      <a:pt x="57" y="19"/>
                    </a:cubicBezTo>
                    <a:cubicBezTo>
                      <a:pt x="51" y="19"/>
                      <a:pt x="46" y="20"/>
                      <a:pt x="42" y="21"/>
                    </a:cubicBezTo>
                    <a:cubicBezTo>
                      <a:pt x="38" y="22"/>
                      <a:pt x="34" y="24"/>
                      <a:pt x="32" y="27"/>
                    </a:cubicBezTo>
                    <a:cubicBezTo>
                      <a:pt x="29" y="31"/>
                      <a:pt x="27" y="35"/>
                      <a:pt x="26" y="40"/>
                    </a:cubicBezTo>
                    <a:cubicBezTo>
                      <a:pt x="24" y="46"/>
                      <a:pt x="24" y="53"/>
                      <a:pt x="24" y="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800">
                  <a:solidFill>
                    <a:prstClr val="white"/>
                  </a:solidFill>
                </a:endParaRPr>
              </a:p>
            </p:txBody>
          </p:sp>
        </p:grpSp>
        <p:sp>
          <p:nvSpPr>
            <p:cNvPr id="9" name="Freeform 5"/>
            <p:cNvSpPr>
              <a:spLocks noChangeAspect="1" noEditPoints="1"/>
            </p:cNvSpPr>
            <p:nvPr/>
          </p:nvSpPr>
          <p:spPr bwMode="black">
            <a:xfrm>
              <a:off x="4856883" y="4633091"/>
              <a:ext cx="656108" cy="656108"/>
            </a:xfrm>
            <a:custGeom>
              <a:avLst/>
              <a:gdLst>
                <a:gd name="T0" fmla="*/ 864 w 1728"/>
                <a:gd name="T1" fmla="*/ 1728 h 1728"/>
                <a:gd name="T2" fmla="*/ 838 w 1728"/>
                <a:gd name="T3" fmla="*/ 1728 h 1728"/>
                <a:gd name="T4" fmla="*/ 1015 w 1728"/>
                <a:gd name="T5" fmla="*/ 1243 h 1728"/>
                <a:gd name="T6" fmla="*/ 1258 w 1728"/>
                <a:gd name="T7" fmla="*/ 1243 h 1728"/>
                <a:gd name="T8" fmla="*/ 1362 w 1728"/>
                <a:gd name="T9" fmla="*/ 1170 h 1728"/>
                <a:gd name="T10" fmla="*/ 1554 w 1728"/>
                <a:gd name="T11" fmla="*/ 643 h 1728"/>
                <a:gd name="T12" fmla="*/ 1444 w 1728"/>
                <a:gd name="T13" fmla="*/ 487 h 1728"/>
                <a:gd name="T14" fmla="*/ 1107 w 1728"/>
                <a:gd name="T15" fmla="*/ 487 h 1728"/>
                <a:gd name="T16" fmla="*/ 824 w 1728"/>
                <a:gd name="T17" fmla="*/ 1264 h 1728"/>
                <a:gd name="T18" fmla="*/ 824 w 1728"/>
                <a:gd name="T19" fmla="*/ 1264 h 1728"/>
                <a:gd name="T20" fmla="*/ 664 w 1728"/>
                <a:gd name="T21" fmla="*/ 1705 h 1728"/>
                <a:gd name="T22" fmla="*/ 0 w 1728"/>
                <a:gd name="T23" fmla="*/ 864 h 1728"/>
                <a:gd name="T24" fmla="*/ 631 w 1728"/>
                <a:gd name="T25" fmla="*/ 32 h 1728"/>
                <a:gd name="T26" fmla="*/ 465 w 1728"/>
                <a:gd name="T27" fmla="*/ 487 h 1728"/>
                <a:gd name="T28" fmla="*/ 465 w 1728"/>
                <a:gd name="T29" fmla="*/ 487 h 1728"/>
                <a:gd name="T30" fmla="*/ 190 w 1728"/>
                <a:gd name="T31" fmla="*/ 1243 h 1728"/>
                <a:gd name="T32" fmla="*/ 373 w 1728"/>
                <a:gd name="T33" fmla="*/ 1243 h 1728"/>
                <a:gd name="T34" fmla="*/ 607 w 1728"/>
                <a:gd name="T35" fmla="*/ 600 h 1728"/>
                <a:gd name="T36" fmla="*/ 745 w 1728"/>
                <a:gd name="T37" fmla="*/ 600 h 1728"/>
                <a:gd name="T38" fmla="*/ 511 w 1728"/>
                <a:gd name="T39" fmla="*/ 1243 h 1728"/>
                <a:gd name="T40" fmla="*/ 694 w 1728"/>
                <a:gd name="T41" fmla="*/ 1243 h 1728"/>
                <a:gd name="T42" fmla="*/ 912 w 1728"/>
                <a:gd name="T43" fmla="*/ 643 h 1728"/>
                <a:gd name="T44" fmla="*/ 802 w 1728"/>
                <a:gd name="T45" fmla="*/ 487 h 1728"/>
                <a:gd name="T46" fmla="*/ 649 w 1728"/>
                <a:gd name="T47" fmla="*/ 487 h 1728"/>
                <a:gd name="T48" fmla="*/ 825 w 1728"/>
                <a:gd name="T49" fmla="*/ 1 h 1728"/>
                <a:gd name="T50" fmla="*/ 864 w 1728"/>
                <a:gd name="T51" fmla="*/ 0 h 1728"/>
                <a:gd name="T52" fmla="*/ 1728 w 1728"/>
                <a:gd name="T53" fmla="*/ 864 h 1728"/>
                <a:gd name="T54" fmla="*/ 864 w 1728"/>
                <a:gd name="T55" fmla="*/ 1728 h 1728"/>
                <a:gd name="T56" fmla="*/ 1387 w 1728"/>
                <a:gd name="T57" fmla="*/ 600 h 1728"/>
                <a:gd name="T58" fmla="*/ 1249 w 1728"/>
                <a:gd name="T59" fmla="*/ 600 h 1728"/>
                <a:gd name="T60" fmla="*/ 1057 w 1728"/>
                <a:gd name="T61" fmla="*/ 1129 h 1728"/>
                <a:gd name="T62" fmla="*/ 1194 w 1728"/>
                <a:gd name="T63" fmla="*/ 1129 h 1728"/>
                <a:gd name="T64" fmla="*/ 1387 w 1728"/>
                <a:gd name="T65" fmla="*/ 600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8" h="1728">
                  <a:moveTo>
                    <a:pt x="864" y="1728"/>
                  </a:moveTo>
                  <a:cubicBezTo>
                    <a:pt x="856" y="1728"/>
                    <a:pt x="847" y="1728"/>
                    <a:pt x="838" y="1728"/>
                  </a:cubicBezTo>
                  <a:cubicBezTo>
                    <a:pt x="1015" y="1243"/>
                    <a:pt x="1015" y="1243"/>
                    <a:pt x="1015" y="1243"/>
                  </a:cubicBezTo>
                  <a:cubicBezTo>
                    <a:pt x="1258" y="1243"/>
                    <a:pt x="1258" y="1243"/>
                    <a:pt x="1258" y="1243"/>
                  </a:cubicBezTo>
                  <a:cubicBezTo>
                    <a:pt x="1301" y="1243"/>
                    <a:pt x="1347" y="1210"/>
                    <a:pt x="1362" y="1170"/>
                  </a:cubicBezTo>
                  <a:cubicBezTo>
                    <a:pt x="1554" y="643"/>
                    <a:pt x="1554" y="643"/>
                    <a:pt x="1554" y="643"/>
                  </a:cubicBezTo>
                  <a:cubicBezTo>
                    <a:pt x="1585" y="557"/>
                    <a:pt x="1536" y="487"/>
                    <a:pt x="1444" y="487"/>
                  </a:cubicBezTo>
                  <a:cubicBezTo>
                    <a:pt x="1107" y="487"/>
                    <a:pt x="1107" y="487"/>
                    <a:pt x="1107" y="487"/>
                  </a:cubicBezTo>
                  <a:cubicBezTo>
                    <a:pt x="824" y="1264"/>
                    <a:pt x="824" y="1264"/>
                    <a:pt x="824" y="1264"/>
                  </a:cubicBezTo>
                  <a:cubicBezTo>
                    <a:pt x="824" y="1264"/>
                    <a:pt x="824" y="1264"/>
                    <a:pt x="824" y="1264"/>
                  </a:cubicBezTo>
                  <a:cubicBezTo>
                    <a:pt x="664" y="1705"/>
                    <a:pt x="664" y="1705"/>
                    <a:pt x="664" y="1705"/>
                  </a:cubicBezTo>
                  <a:cubicBezTo>
                    <a:pt x="283" y="1614"/>
                    <a:pt x="0" y="1272"/>
                    <a:pt x="0" y="864"/>
                  </a:cubicBezTo>
                  <a:cubicBezTo>
                    <a:pt x="0" y="468"/>
                    <a:pt x="267" y="134"/>
                    <a:pt x="631" y="32"/>
                  </a:cubicBezTo>
                  <a:cubicBezTo>
                    <a:pt x="465" y="487"/>
                    <a:pt x="465" y="487"/>
                    <a:pt x="465" y="487"/>
                  </a:cubicBezTo>
                  <a:cubicBezTo>
                    <a:pt x="465" y="487"/>
                    <a:pt x="465" y="487"/>
                    <a:pt x="465" y="487"/>
                  </a:cubicBezTo>
                  <a:cubicBezTo>
                    <a:pt x="190" y="1243"/>
                    <a:pt x="190" y="1243"/>
                    <a:pt x="190" y="1243"/>
                  </a:cubicBezTo>
                  <a:cubicBezTo>
                    <a:pt x="373" y="1243"/>
                    <a:pt x="373" y="1243"/>
                    <a:pt x="373" y="1243"/>
                  </a:cubicBezTo>
                  <a:cubicBezTo>
                    <a:pt x="607" y="600"/>
                    <a:pt x="607" y="600"/>
                    <a:pt x="607" y="600"/>
                  </a:cubicBezTo>
                  <a:cubicBezTo>
                    <a:pt x="745" y="600"/>
                    <a:pt x="745" y="600"/>
                    <a:pt x="745" y="600"/>
                  </a:cubicBezTo>
                  <a:cubicBezTo>
                    <a:pt x="511" y="1243"/>
                    <a:pt x="511" y="1243"/>
                    <a:pt x="511" y="1243"/>
                  </a:cubicBezTo>
                  <a:cubicBezTo>
                    <a:pt x="694" y="1243"/>
                    <a:pt x="694" y="1243"/>
                    <a:pt x="694" y="1243"/>
                  </a:cubicBezTo>
                  <a:cubicBezTo>
                    <a:pt x="912" y="643"/>
                    <a:pt x="912" y="643"/>
                    <a:pt x="912" y="643"/>
                  </a:cubicBezTo>
                  <a:cubicBezTo>
                    <a:pt x="943" y="557"/>
                    <a:pt x="894" y="487"/>
                    <a:pt x="802" y="487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825" y="1"/>
                    <a:pt x="825" y="1"/>
                    <a:pt x="825" y="1"/>
                  </a:cubicBezTo>
                  <a:cubicBezTo>
                    <a:pt x="838" y="1"/>
                    <a:pt x="851" y="0"/>
                    <a:pt x="864" y="0"/>
                  </a:cubicBezTo>
                  <a:cubicBezTo>
                    <a:pt x="1341" y="0"/>
                    <a:pt x="1728" y="387"/>
                    <a:pt x="1728" y="864"/>
                  </a:cubicBezTo>
                  <a:cubicBezTo>
                    <a:pt x="1728" y="1341"/>
                    <a:pt x="1341" y="1728"/>
                    <a:pt x="864" y="1728"/>
                  </a:cubicBezTo>
                  <a:close/>
                  <a:moveTo>
                    <a:pt x="1387" y="600"/>
                  </a:moveTo>
                  <a:cubicBezTo>
                    <a:pt x="1249" y="600"/>
                    <a:pt x="1249" y="600"/>
                    <a:pt x="1249" y="600"/>
                  </a:cubicBezTo>
                  <a:cubicBezTo>
                    <a:pt x="1057" y="1129"/>
                    <a:pt x="1057" y="1129"/>
                    <a:pt x="1057" y="1129"/>
                  </a:cubicBezTo>
                  <a:cubicBezTo>
                    <a:pt x="1194" y="1129"/>
                    <a:pt x="1194" y="1129"/>
                    <a:pt x="1194" y="1129"/>
                  </a:cubicBezTo>
                  <a:lnTo>
                    <a:pt x="1387" y="6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800">
                <a:solidFill>
                  <a:prstClr val="white"/>
                </a:solidFill>
              </a:endParaRPr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9445E0-9632-48F4-974E-0D0FD9159FBF}" type="datetime1">
              <a:rPr lang="en-US" smtClean="0">
                <a:solidFill>
                  <a:prstClr val="white"/>
                </a:solidFill>
              </a:rPr>
              <a:pPr/>
              <a:t>4/28/2026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err="1">
                <a:solidFill>
                  <a:prstClr val="white"/>
                </a:solidFill>
              </a:rPr>
              <a:t>HPConfidential</a:t>
            </a:r>
            <a:endParaRPr dirty="0">
              <a:solidFill>
                <a:prstClr val="white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>
                <a:solidFill>
                  <a:prstClr val="white"/>
                </a:solidFill>
              </a:rPr>
              <a:pPr/>
              <a:t>‹#›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937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4999A9-78CD-4FA3-939A-3BE0F8050960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5946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70464" y="304801"/>
            <a:ext cx="1011936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96520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69CA1-E7F4-47E2-948D-93822179906C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>
              <a:solidFill>
                <a:srgbClr val="E5E8E8">
                  <a:lumMod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5577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56C5D-B2E6-454B-B237-627C57D9D62C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1" y="5280661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155160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lue 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E93DEC-E643-44DE-906A-935977FE5F49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12" name="logo"/>
          <p:cNvSpPr>
            <a:spLocks noChangeAspect="1" noEditPoints="1"/>
          </p:cNvSpPr>
          <p:nvPr/>
        </p:nvSpPr>
        <p:spPr bwMode="hidden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20211220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Picture 1">
    <p:bg bwMode="lt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ogo"/>
          <p:cNvSpPr>
            <a:spLocks noChangeAspect="1" noEditPoints="1"/>
          </p:cNvSpPr>
          <p:nvPr/>
        </p:nvSpPr>
        <p:spPr bwMode="ltGray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  <a:latin typeface="HP Simplified" panose="020B0604020204020204" pitchFamily="34" charset="0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D807DD4-F8F3-4C0E-A0AF-028EE488EDFA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1" y="5280661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2693960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Picture 2">
    <p:bg bwMode="lt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  <a:latin typeface="HP Simplified" panose="020B0604020204020204" pitchFamily="34" charset="0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B2FDC-DD98-433E-A428-FCD7B86BDA17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11" name="logo"/>
          <p:cNvSpPr>
            <a:spLocks noChangeAspect="1" noEditPoints="1"/>
          </p:cNvSpPr>
          <p:nvPr/>
        </p:nvSpPr>
        <p:spPr bwMode="black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12" name="logo"/>
          <p:cNvSpPr>
            <a:spLocks noChangeAspect="1" noEditPoints="1"/>
          </p:cNvSpPr>
          <p:nvPr/>
        </p:nvSpPr>
        <p:spPr bwMode="hidden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4097796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Picture 3">
    <p:bg bwMode="lt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  <a:latin typeface="HP Simplified" panose="020B0604020204020204" pitchFamily="34" charset="0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622CA-46E9-4BA6-9335-06DB32780637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1" y="5280661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1743875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with Picture 4">
    <p:bg bwMode="lt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2763520"/>
            <a:ext cx="9144000" cy="1554480"/>
          </a:xfrm>
        </p:spPr>
        <p:txBody>
          <a:bodyPr/>
          <a:lstStyle>
            <a:lvl1pPr>
              <a:defRPr sz="4999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4419600"/>
            <a:ext cx="9144000" cy="1188720"/>
          </a:xfrm>
        </p:spPr>
        <p:txBody>
          <a:bodyPr>
            <a:noAutofit/>
          </a:bodyPr>
          <a:lstStyle>
            <a:lvl1pPr marL="0" indent="0" algn="l">
              <a:spcBef>
                <a:spcPts val="600"/>
              </a:spcBef>
              <a:buNone/>
              <a:defRPr sz="2199">
                <a:solidFill>
                  <a:schemeClr val="tx1"/>
                </a:solidFill>
                <a:latin typeface="HP Simplified" panose="020B0604020204020204" pitchFamily="34" charset="0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8FF0C09-BC0C-4CEA-881E-C2C30FAE8000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  <p:sp>
        <p:nvSpPr>
          <p:cNvPr id="9" name="logo"/>
          <p:cNvSpPr>
            <a:spLocks noChangeAspect="1" noEditPoints="1"/>
          </p:cNvSpPr>
          <p:nvPr/>
        </p:nvSpPr>
        <p:spPr bwMode="black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12" name="logo"/>
          <p:cNvSpPr>
            <a:spLocks noChangeAspect="1" noEditPoints="1"/>
          </p:cNvSpPr>
          <p:nvPr/>
        </p:nvSpPr>
        <p:spPr bwMode="hidden">
          <a:xfrm>
            <a:off x="10592971" y="5280662"/>
            <a:ext cx="1198177" cy="1197865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30186552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 algn="l">
              <a:defRPr sz="4999" b="0" cap="none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1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0A622-F9CB-4C3F-962B-F5823B000526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0697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Blue 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/>
        </p:nvSpPr>
        <p:spPr bwMode="invGray">
          <a:xfrm>
            <a:off x="11618949" y="6389905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 algn="l">
              <a:defRPr sz="4999" b="0" cap="none" spc="-100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1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C5FB078-669E-4F37-A1B0-7B52157CE8F2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0655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/>
          <p:cNvSpPr>
            <a:spLocks noChangeAspect="1" noEditPoints="1"/>
          </p:cNvSpPr>
          <p:nvPr/>
        </p:nvSpPr>
        <p:spPr bwMode="black">
          <a:xfrm>
            <a:off x="11589757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74" y="304800"/>
            <a:ext cx="9144000" cy="2743200"/>
          </a:xfrm>
        </p:spPr>
        <p:txBody>
          <a:bodyPr anchor="t"/>
          <a:lstStyle>
            <a:lvl1pPr marL="174573" indent="-174573" algn="l">
              <a:defRPr sz="4999" b="0" cap="none" spc="-100" baseline="0"/>
            </a:lvl1pPr>
          </a:lstStyle>
          <a:p>
            <a:r>
              <a:t>“Click to add quote here. Type quotation marks before and after text.”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4419600"/>
            <a:ext cx="9144000" cy="1188720"/>
          </a:xfrm>
        </p:spPr>
        <p:txBody>
          <a:bodyPr anchor="t">
            <a:noAutofit/>
          </a:bodyPr>
          <a:lstStyle>
            <a:lvl1pPr marL="0" indent="0">
              <a:spcBef>
                <a:spcPts val="600"/>
              </a:spcBef>
              <a:buNone/>
              <a:defRPr sz="2199" baseline="0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/>
              <a:t>Click to add quoted person’s name, title, company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4409043-649C-4B19-A206-9ED9C69DDBDA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13028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B5C534-6D9C-407A-BE25-710633649962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7579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1037B-DE36-4063-99B3-BF8AB3F172AB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133856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676401"/>
            <a:ext cx="10972801" cy="44196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87807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9D63D-A965-42E7-873F-F1A88F361182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133856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1" y="1661890"/>
            <a:ext cx="10972801" cy="274320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2057400"/>
            <a:ext cx="10972801" cy="40386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4536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E6335-6C60-45AC-9982-CBB79B9BC587}" type="datetime1">
              <a:rPr lang="en-US" smtClean="0"/>
              <a:t>4/28/2026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127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399A8-8B91-4C83-B812-816B7B56688A}" type="datetime1">
              <a:rPr lang="en-US" smtClean="0"/>
              <a:t>4/28/2026</a:t>
            </a:fld>
            <a:endParaRPr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28787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3F129-4BF5-476A-9F2E-CED01F217945}" type="datetime1">
              <a:rPr lang="en-US" smtClean="0"/>
              <a:t>4/28/2026</a:t>
            </a:fld>
            <a:endParaRPr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671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295401"/>
            <a:ext cx="5315712" cy="48006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6688" y="1295401"/>
            <a:ext cx="5315712" cy="48006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F35AD-B973-4A7F-8BB1-94F37BB0FFEF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48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295400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676401"/>
            <a:ext cx="5315712" cy="441960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6688" y="1295400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1676401"/>
            <a:ext cx="5315712" cy="4419601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F8B06-67D5-4308-9854-742F5CE5CB34}" type="datetime1">
              <a:rPr lang="en-US" smtClean="0"/>
              <a:t>4/28/2026</a:t>
            </a:fld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9395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609601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676399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057401"/>
            <a:ext cx="5315712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266688" y="1676399"/>
            <a:ext cx="5315712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6688" y="2057401"/>
            <a:ext cx="5315712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6EA6F-480F-4FB3-ABCA-996B5165523C}" type="datetime1">
              <a:rPr lang="en-US" smtClean="0"/>
              <a:t>4/28/2026</a:t>
            </a:fld>
            <a:endParaRPr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1875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3B632-BB93-4794-9DEC-1B6B8A34CF6B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2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2" y="1295400"/>
            <a:ext cx="3413760" cy="4800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4933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F6BA8-D9BD-4BF4-82F6-5ACAC62DE756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4389122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168642" y="1295400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2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2" y="1676400"/>
            <a:ext cx="3413760" cy="4419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8193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, Subtitle and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0229D-AF89-4B90-BE42-58253B014047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09601" y="1133856"/>
            <a:ext cx="10972801" cy="260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799">
                <a:solidFill>
                  <a:schemeClr val="accent1"/>
                </a:solidFill>
              </a:defRPr>
            </a:lvl1pPr>
            <a:lvl2pPr marL="0" indent="0">
              <a:spcBef>
                <a:spcPts val="0"/>
              </a:spcBef>
              <a:buNone/>
              <a:defRPr sz="1799"/>
            </a:lvl2pPr>
            <a:lvl3pPr marL="0" indent="0">
              <a:spcBef>
                <a:spcPts val="0"/>
              </a:spcBef>
              <a:buNone/>
              <a:defRPr sz="1799"/>
            </a:lvl3pPr>
            <a:lvl4pPr marL="0" indent="0">
              <a:spcBef>
                <a:spcPts val="0"/>
              </a:spcBef>
              <a:buNone/>
              <a:defRPr sz="1799"/>
            </a:lvl4pPr>
            <a:lvl5pPr marL="0" indent="0">
              <a:spcBef>
                <a:spcPts val="0"/>
              </a:spcBef>
              <a:buNone/>
              <a:defRPr sz="1799"/>
            </a:lvl5pPr>
            <a:lvl6pPr marL="0" indent="0">
              <a:spcBef>
                <a:spcPts val="0"/>
              </a:spcBef>
              <a:buNone/>
              <a:defRPr sz="1799"/>
            </a:lvl6pPr>
            <a:lvl7pPr marL="0" indent="0">
              <a:spcBef>
                <a:spcPts val="0"/>
              </a:spcBef>
              <a:buNone/>
              <a:defRPr sz="1799"/>
            </a:lvl7pPr>
            <a:lvl8pPr marL="0" indent="0">
              <a:spcBef>
                <a:spcPts val="0"/>
              </a:spcBef>
              <a:buNone/>
              <a:defRPr sz="1799"/>
            </a:lvl8pPr>
            <a:lvl9pPr marL="0" indent="0">
              <a:spcBef>
                <a:spcPts val="0"/>
              </a:spcBef>
              <a:buNone/>
              <a:defRPr sz="1799"/>
            </a:lvl9pPr>
          </a:lstStyle>
          <a:p>
            <a:pPr lvl="0"/>
            <a:r>
              <a:t>Click to add subtitle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09600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6" hasCustomPrompt="1"/>
          </p:nvPr>
        </p:nvSpPr>
        <p:spPr>
          <a:xfrm>
            <a:off x="4389122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17" hasCustomPrompt="1"/>
          </p:nvPr>
        </p:nvSpPr>
        <p:spPr>
          <a:xfrm>
            <a:off x="8168642" y="1676399"/>
            <a:ext cx="3413760" cy="274320"/>
          </a:xfrm>
        </p:spPr>
        <p:txBody>
          <a:bodyPr anchor="t">
            <a:noAutofit/>
          </a:bodyPr>
          <a:lstStyle>
            <a:lvl1pPr marL="0" indent="0">
              <a:spcBef>
                <a:spcPts val="0"/>
              </a:spcBef>
              <a:buNone/>
              <a:defRPr sz="1799" b="0"/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t>Click to add heading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09600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4389122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8168642" y="2057400"/>
            <a:ext cx="3413760" cy="40386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21950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 anchor="b"/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95401"/>
            <a:ext cx="7620000" cy="48006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34400" y="1295400"/>
            <a:ext cx="304800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97984-92BF-421F-9893-667C8632EDBB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55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 anchor="b"/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67056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0960" y="1295400"/>
            <a:ext cx="3901440" cy="480060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E5A7-2B52-47A0-A1B4-AE0D2C698E80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65649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 anchor="b"/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6705600" cy="48006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5A62C-29DB-4224-A334-2F44C123C07F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7680960" y="1295400"/>
            <a:ext cx="3901440" cy="4800600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94039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wo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 anchor="b"/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5315712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3432F3-B83B-4113-986A-02C30F67A737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3"/>
          </p:nvPr>
        </p:nvSpPr>
        <p:spPr>
          <a:xfrm>
            <a:off x="6266688" y="1295400"/>
            <a:ext cx="5315712" cy="3505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953000"/>
            <a:ext cx="5315712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3"/>
          <p:cNvSpPr>
            <a:spLocks noGrp="1"/>
          </p:cNvSpPr>
          <p:nvPr>
            <p:ph type="body" sz="half" idx="14"/>
          </p:nvPr>
        </p:nvSpPr>
        <p:spPr>
          <a:xfrm>
            <a:off x="6266688" y="4953000"/>
            <a:ext cx="5315712" cy="1130490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049053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</p:spPr>
        <p:txBody>
          <a:bodyPr anchor="b"/>
          <a:lstStyle>
            <a:lvl1pPr algn="l">
              <a:defRPr sz="2799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0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48B33-8CD2-4650-B4E8-3E1AA56927A7}" type="datetime1">
              <a:rPr lang="en-US" smtClean="0"/>
              <a:t>4/28/2026</a:t>
            </a:fld>
            <a:endParaRPr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Picture Placeholder 2"/>
          <p:cNvSpPr>
            <a:spLocks noGrp="1"/>
          </p:cNvSpPr>
          <p:nvPr>
            <p:ph type="pic" idx="15"/>
          </p:nvPr>
        </p:nvSpPr>
        <p:spPr>
          <a:xfrm>
            <a:off x="4389122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idx="16"/>
          </p:nvPr>
        </p:nvSpPr>
        <p:spPr>
          <a:xfrm>
            <a:off x="8168642" y="1295400"/>
            <a:ext cx="3413760" cy="2743200"/>
          </a:xfrm>
        </p:spPr>
        <p:txBody>
          <a:bodyPr tIns="457200">
            <a:no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2799"/>
            </a:lvl2pPr>
            <a:lvl3pPr marL="914126" indent="0">
              <a:buNone/>
              <a:defRPr sz="2399"/>
            </a:lvl3pPr>
            <a:lvl4pPr marL="1371189" indent="0">
              <a:buNone/>
              <a:defRPr sz="1999"/>
            </a:lvl4pPr>
            <a:lvl5pPr marL="1828251" indent="0">
              <a:buNone/>
              <a:defRPr sz="1999"/>
            </a:lvl5pPr>
            <a:lvl6pPr marL="2285314" indent="0">
              <a:buNone/>
              <a:defRPr sz="1999"/>
            </a:lvl6pPr>
            <a:lvl7pPr marL="2742377" indent="0">
              <a:buNone/>
              <a:defRPr sz="1999"/>
            </a:lvl7pPr>
            <a:lvl8pPr marL="3199440" indent="0">
              <a:buNone/>
              <a:defRPr sz="1999"/>
            </a:lvl8pPr>
            <a:lvl9pPr marL="3656503" indent="0">
              <a:buNone/>
              <a:defRPr sz="1999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4389122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168642" y="4211392"/>
            <a:ext cx="3413760" cy="1884608"/>
          </a:xfrm>
        </p:spPr>
        <p:txBody>
          <a:bodyPr>
            <a:noAutofit/>
          </a:bodyPr>
          <a:lstStyle>
            <a:lvl1pPr marL="0" indent="0">
              <a:spcBef>
                <a:spcPts val="600"/>
              </a:spcBef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42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E47E741-3B80-45A3-A606-BF5A0C951313}" type="datetime1">
              <a:rPr lang="en-US" smtClean="0"/>
              <a:t>4/28/2026</a:t>
            </a:fld>
            <a:endParaRPr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  <p:sp>
        <p:nvSpPr>
          <p:cNvPr id="9" name="Freeform 5"/>
          <p:cNvSpPr>
            <a:spLocks noChangeAspect="1" noEditPoints="1"/>
          </p:cNvSpPr>
          <p:nvPr/>
        </p:nvSpPr>
        <p:spPr bwMode="invGray">
          <a:xfrm>
            <a:off x="11589757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</p:spTree>
    <p:extLst>
      <p:ext uri="{BB962C8B-B14F-4D97-AF65-F5344CB8AC3E}">
        <p14:creationId xmlns:p14="http://schemas.microsoft.com/office/powerpoint/2010/main" val="4058012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/>
        </p:nvGrpSpPr>
        <p:grpSpPr bwMode="black">
          <a:xfrm>
            <a:off x="9768842" y="6043636"/>
            <a:ext cx="1931857" cy="258521"/>
            <a:chOff x="3046414" y="3021011"/>
            <a:chExt cx="6095999" cy="815977"/>
          </a:xfrm>
        </p:grpSpPr>
        <p:sp>
          <p:nvSpPr>
            <p:cNvPr id="11" name="Freeform 5"/>
            <p:cNvSpPr>
              <a:spLocks/>
            </p:cNvSpPr>
            <p:nvPr/>
          </p:nvSpPr>
          <p:spPr bwMode="black">
            <a:xfrm>
              <a:off x="3046414" y="3021011"/>
              <a:ext cx="371475" cy="652464"/>
            </a:xfrm>
            <a:custGeom>
              <a:avLst/>
              <a:gdLst>
                <a:gd name="T0" fmla="*/ 0 w 99"/>
                <a:gd name="T1" fmla="*/ 0 h 172"/>
                <a:gd name="T2" fmla="*/ 18 w 99"/>
                <a:gd name="T3" fmla="*/ 0 h 172"/>
                <a:gd name="T4" fmla="*/ 22 w 99"/>
                <a:gd name="T5" fmla="*/ 1 h 172"/>
                <a:gd name="T6" fmla="*/ 24 w 99"/>
                <a:gd name="T7" fmla="*/ 6 h 172"/>
                <a:gd name="T8" fmla="*/ 24 w 99"/>
                <a:gd name="T9" fmla="*/ 101 h 172"/>
                <a:gd name="T10" fmla="*/ 51 w 99"/>
                <a:gd name="T11" fmla="*/ 74 h 172"/>
                <a:gd name="T12" fmla="*/ 70 w 99"/>
                <a:gd name="T13" fmla="*/ 50 h 172"/>
                <a:gd name="T14" fmla="*/ 88 w 99"/>
                <a:gd name="T15" fmla="*/ 50 h 172"/>
                <a:gd name="T16" fmla="*/ 92 w 99"/>
                <a:gd name="T17" fmla="*/ 54 h 172"/>
                <a:gd name="T18" fmla="*/ 90 w 99"/>
                <a:gd name="T19" fmla="*/ 60 h 172"/>
                <a:gd name="T20" fmla="*/ 83 w 99"/>
                <a:gd name="T21" fmla="*/ 69 h 172"/>
                <a:gd name="T22" fmla="*/ 73 w 99"/>
                <a:gd name="T23" fmla="*/ 81 h 172"/>
                <a:gd name="T24" fmla="*/ 60 w 99"/>
                <a:gd name="T25" fmla="*/ 94 h 172"/>
                <a:gd name="T26" fmla="*/ 45 w 99"/>
                <a:gd name="T27" fmla="*/ 107 h 172"/>
                <a:gd name="T28" fmla="*/ 61 w 99"/>
                <a:gd name="T29" fmla="*/ 122 h 172"/>
                <a:gd name="T30" fmla="*/ 75 w 99"/>
                <a:gd name="T31" fmla="*/ 137 h 172"/>
                <a:gd name="T32" fmla="*/ 88 w 99"/>
                <a:gd name="T33" fmla="*/ 153 h 172"/>
                <a:gd name="T34" fmla="*/ 99 w 99"/>
                <a:gd name="T35" fmla="*/ 172 h 172"/>
                <a:gd name="T36" fmla="*/ 77 w 99"/>
                <a:gd name="T37" fmla="*/ 172 h 172"/>
                <a:gd name="T38" fmla="*/ 72 w 99"/>
                <a:gd name="T39" fmla="*/ 171 h 172"/>
                <a:gd name="T40" fmla="*/ 69 w 99"/>
                <a:gd name="T41" fmla="*/ 167 h 172"/>
                <a:gd name="T42" fmla="*/ 61 w 99"/>
                <a:gd name="T43" fmla="*/ 153 h 172"/>
                <a:gd name="T44" fmla="*/ 50 w 99"/>
                <a:gd name="T45" fmla="*/ 141 h 172"/>
                <a:gd name="T46" fmla="*/ 38 w 99"/>
                <a:gd name="T47" fmla="*/ 128 h 172"/>
                <a:gd name="T48" fmla="*/ 24 w 99"/>
                <a:gd name="T49" fmla="*/ 115 h 172"/>
                <a:gd name="T50" fmla="*/ 24 w 99"/>
                <a:gd name="T51" fmla="*/ 172 h 172"/>
                <a:gd name="T52" fmla="*/ 5 w 99"/>
                <a:gd name="T53" fmla="*/ 172 h 172"/>
                <a:gd name="T54" fmla="*/ 0 w 99"/>
                <a:gd name="T55" fmla="*/ 167 h 172"/>
                <a:gd name="T56" fmla="*/ 0 w 99"/>
                <a:gd name="T57" fmla="*/ 0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9" h="172">
                  <a:moveTo>
                    <a:pt x="0" y="0"/>
                  </a:move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1" y="0"/>
                    <a:pt x="22" y="1"/>
                  </a:cubicBezTo>
                  <a:cubicBezTo>
                    <a:pt x="23" y="2"/>
                    <a:pt x="24" y="4"/>
                    <a:pt x="24" y="6"/>
                  </a:cubicBezTo>
                  <a:cubicBezTo>
                    <a:pt x="24" y="101"/>
                    <a:pt x="24" y="101"/>
                    <a:pt x="24" y="101"/>
                  </a:cubicBezTo>
                  <a:cubicBezTo>
                    <a:pt x="35" y="92"/>
                    <a:pt x="44" y="83"/>
                    <a:pt x="51" y="74"/>
                  </a:cubicBezTo>
                  <a:cubicBezTo>
                    <a:pt x="58" y="66"/>
                    <a:pt x="65" y="58"/>
                    <a:pt x="70" y="50"/>
                  </a:cubicBezTo>
                  <a:cubicBezTo>
                    <a:pt x="88" y="50"/>
                    <a:pt x="88" y="50"/>
                    <a:pt x="88" y="50"/>
                  </a:cubicBezTo>
                  <a:cubicBezTo>
                    <a:pt x="91" y="50"/>
                    <a:pt x="92" y="52"/>
                    <a:pt x="92" y="54"/>
                  </a:cubicBezTo>
                  <a:cubicBezTo>
                    <a:pt x="92" y="56"/>
                    <a:pt x="91" y="58"/>
                    <a:pt x="90" y="60"/>
                  </a:cubicBezTo>
                  <a:cubicBezTo>
                    <a:pt x="88" y="63"/>
                    <a:pt x="86" y="65"/>
                    <a:pt x="83" y="69"/>
                  </a:cubicBezTo>
                  <a:cubicBezTo>
                    <a:pt x="81" y="73"/>
                    <a:pt x="77" y="77"/>
                    <a:pt x="73" y="81"/>
                  </a:cubicBezTo>
                  <a:cubicBezTo>
                    <a:pt x="69" y="85"/>
                    <a:pt x="65" y="90"/>
                    <a:pt x="60" y="94"/>
                  </a:cubicBezTo>
                  <a:cubicBezTo>
                    <a:pt x="55" y="99"/>
                    <a:pt x="50" y="103"/>
                    <a:pt x="45" y="107"/>
                  </a:cubicBezTo>
                  <a:cubicBezTo>
                    <a:pt x="51" y="112"/>
                    <a:pt x="57" y="117"/>
                    <a:pt x="61" y="122"/>
                  </a:cubicBezTo>
                  <a:cubicBezTo>
                    <a:pt x="66" y="126"/>
                    <a:pt x="71" y="132"/>
                    <a:pt x="75" y="137"/>
                  </a:cubicBezTo>
                  <a:cubicBezTo>
                    <a:pt x="80" y="142"/>
                    <a:pt x="84" y="148"/>
                    <a:pt x="88" y="153"/>
                  </a:cubicBezTo>
                  <a:cubicBezTo>
                    <a:pt x="92" y="159"/>
                    <a:pt x="95" y="166"/>
                    <a:pt x="99" y="172"/>
                  </a:cubicBezTo>
                  <a:cubicBezTo>
                    <a:pt x="77" y="172"/>
                    <a:pt x="77" y="172"/>
                    <a:pt x="77" y="172"/>
                  </a:cubicBezTo>
                  <a:cubicBezTo>
                    <a:pt x="75" y="172"/>
                    <a:pt x="73" y="172"/>
                    <a:pt x="72" y="171"/>
                  </a:cubicBezTo>
                  <a:cubicBezTo>
                    <a:pt x="71" y="170"/>
                    <a:pt x="70" y="169"/>
                    <a:pt x="69" y="167"/>
                  </a:cubicBezTo>
                  <a:cubicBezTo>
                    <a:pt x="67" y="162"/>
                    <a:pt x="64" y="158"/>
                    <a:pt x="61" y="153"/>
                  </a:cubicBezTo>
                  <a:cubicBezTo>
                    <a:pt x="57" y="149"/>
                    <a:pt x="54" y="145"/>
                    <a:pt x="50" y="141"/>
                  </a:cubicBezTo>
                  <a:cubicBezTo>
                    <a:pt x="47" y="137"/>
                    <a:pt x="43" y="132"/>
                    <a:pt x="38" y="128"/>
                  </a:cubicBezTo>
                  <a:cubicBezTo>
                    <a:pt x="34" y="124"/>
                    <a:pt x="29" y="119"/>
                    <a:pt x="24" y="115"/>
                  </a:cubicBezTo>
                  <a:cubicBezTo>
                    <a:pt x="24" y="172"/>
                    <a:pt x="24" y="172"/>
                    <a:pt x="24" y="172"/>
                  </a:cubicBezTo>
                  <a:cubicBezTo>
                    <a:pt x="5" y="172"/>
                    <a:pt x="5" y="172"/>
                    <a:pt x="5" y="172"/>
                  </a:cubicBezTo>
                  <a:cubicBezTo>
                    <a:pt x="2" y="172"/>
                    <a:pt x="0" y="170"/>
                    <a:pt x="0" y="16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black">
            <a:xfrm>
              <a:off x="3444876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6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7 w 96"/>
                <a:gd name="T19" fmla="*/ 126 h 128"/>
                <a:gd name="T20" fmla="*/ 54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4 w 96"/>
                <a:gd name="T27" fmla="*/ 94 h 128"/>
                <a:gd name="T28" fmla="*/ 0 w 96"/>
                <a:gd name="T29" fmla="*/ 65 h 128"/>
                <a:gd name="T30" fmla="*/ 4 w 96"/>
                <a:gd name="T31" fmla="*/ 35 h 128"/>
                <a:gd name="T32" fmla="*/ 13 w 96"/>
                <a:gd name="T33" fmla="*/ 15 h 128"/>
                <a:gd name="T34" fmla="*/ 29 w 96"/>
                <a:gd name="T35" fmla="*/ 4 h 128"/>
                <a:gd name="T36" fmla="*/ 51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4 w 96"/>
                <a:gd name="T49" fmla="*/ 73 h 128"/>
                <a:gd name="T50" fmla="*/ 23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70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29 w 96"/>
                <a:gd name="T65" fmla="*/ 29 h 128"/>
                <a:gd name="T66" fmla="*/ 25 w 96"/>
                <a:gd name="T67" fmla="*/ 40 h 128"/>
                <a:gd name="T68" fmla="*/ 23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4" y="80"/>
                    <a:pt x="25" y="85"/>
                    <a:pt x="26" y="90"/>
                  </a:cubicBezTo>
                  <a:cubicBezTo>
                    <a:pt x="27" y="94"/>
                    <a:pt x="29" y="98"/>
                    <a:pt x="31" y="100"/>
                  </a:cubicBezTo>
                  <a:cubicBezTo>
                    <a:pt x="34" y="103"/>
                    <a:pt x="37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1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9" y="124"/>
                    <a:pt x="83" y="125"/>
                    <a:pt x="77" y="126"/>
                  </a:cubicBezTo>
                  <a:cubicBezTo>
                    <a:pt x="70" y="127"/>
                    <a:pt x="62" y="128"/>
                    <a:pt x="54" y="128"/>
                  </a:cubicBezTo>
                  <a:cubicBezTo>
                    <a:pt x="45" y="128"/>
                    <a:pt x="37" y="127"/>
                    <a:pt x="30" y="125"/>
                  </a:cubicBezTo>
                  <a:cubicBezTo>
                    <a:pt x="23" y="122"/>
                    <a:pt x="18" y="119"/>
                    <a:pt x="13" y="114"/>
                  </a:cubicBezTo>
                  <a:cubicBezTo>
                    <a:pt x="9" y="109"/>
                    <a:pt x="6" y="102"/>
                    <a:pt x="4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4" y="35"/>
                  </a:cubicBezTo>
                  <a:cubicBezTo>
                    <a:pt x="6" y="27"/>
                    <a:pt x="9" y="20"/>
                    <a:pt x="13" y="15"/>
                  </a:cubicBezTo>
                  <a:cubicBezTo>
                    <a:pt x="17" y="10"/>
                    <a:pt x="23" y="6"/>
                    <a:pt x="29" y="4"/>
                  </a:cubicBezTo>
                  <a:cubicBezTo>
                    <a:pt x="35" y="1"/>
                    <a:pt x="42" y="0"/>
                    <a:pt x="51" y="0"/>
                  </a:cubicBezTo>
                  <a:cubicBezTo>
                    <a:pt x="60" y="0"/>
                    <a:pt x="67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1" y="19"/>
                    <a:pt x="93" y="25"/>
                    <a:pt x="94" y="31"/>
                  </a:cubicBezTo>
                  <a:cubicBezTo>
                    <a:pt x="96" y="37"/>
                    <a:pt x="96" y="43"/>
                    <a:pt x="96" y="50"/>
                  </a:cubicBezTo>
                  <a:cubicBezTo>
                    <a:pt x="96" y="55"/>
                    <a:pt x="96" y="59"/>
                    <a:pt x="95" y="63"/>
                  </a:cubicBezTo>
                  <a:cubicBezTo>
                    <a:pt x="95" y="68"/>
                    <a:pt x="94" y="71"/>
                    <a:pt x="94" y="73"/>
                  </a:cubicBezTo>
                  <a:lnTo>
                    <a:pt x="23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70" y="26"/>
                  </a:cubicBezTo>
                  <a:cubicBezTo>
                    <a:pt x="67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2" y="25"/>
                    <a:pt x="29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4" y="50"/>
                    <a:pt x="23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3" name="Freeform 7"/>
            <p:cNvSpPr>
              <a:spLocks noEditPoints="1"/>
            </p:cNvSpPr>
            <p:nvPr/>
          </p:nvSpPr>
          <p:spPr bwMode="black">
            <a:xfrm>
              <a:off x="3890964" y="3198810"/>
              <a:ext cx="361949" cy="487363"/>
            </a:xfrm>
            <a:custGeom>
              <a:avLst/>
              <a:gdLst>
                <a:gd name="T0" fmla="*/ 24 w 96"/>
                <a:gd name="T1" fmla="*/ 73 h 128"/>
                <a:gd name="T2" fmla="*/ 26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7 w 96"/>
                <a:gd name="T19" fmla="*/ 126 h 128"/>
                <a:gd name="T20" fmla="*/ 54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4 w 96"/>
                <a:gd name="T27" fmla="*/ 94 h 128"/>
                <a:gd name="T28" fmla="*/ 0 w 96"/>
                <a:gd name="T29" fmla="*/ 65 h 128"/>
                <a:gd name="T30" fmla="*/ 4 w 96"/>
                <a:gd name="T31" fmla="*/ 35 h 128"/>
                <a:gd name="T32" fmla="*/ 13 w 96"/>
                <a:gd name="T33" fmla="*/ 15 h 128"/>
                <a:gd name="T34" fmla="*/ 29 w 96"/>
                <a:gd name="T35" fmla="*/ 4 h 128"/>
                <a:gd name="T36" fmla="*/ 51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6 w 96"/>
                <a:gd name="T47" fmla="*/ 63 h 128"/>
                <a:gd name="T48" fmla="*/ 94 w 96"/>
                <a:gd name="T49" fmla="*/ 73 h 128"/>
                <a:gd name="T50" fmla="*/ 24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70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30 w 96"/>
                <a:gd name="T65" fmla="*/ 29 h 128"/>
                <a:gd name="T66" fmla="*/ 25 w 96"/>
                <a:gd name="T67" fmla="*/ 40 h 128"/>
                <a:gd name="T68" fmla="*/ 24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4" y="73"/>
                  </a:moveTo>
                  <a:cubicBezTo>
                    <a:pt x="24" y="80"/>
                    <a:pt x="25" y="85"/>
                    <a:pt x="26" y="90"/>
                  </a:cubicBezTo>
                  <a:cubicBezTo>
                    <a:pt x="27" y="94"/>
                    <a:pt x="29" y="98"/>
                    <a:pt x="31" y="100"/>
                  </a:cubicBezTo>
                  <a:cubicBezTo>
                    <a:pt x="34" y="103"/>
                    <a:pt x="38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6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1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9" y="124"/>
                    <a:pt x="83" y="125"/>
                    <a:pt x="77" y="126"/>
                  </a:cubicBezTo>
                  <a:cubicBezTo>
                    <a:pt x="70" y="127"/>
                    <a:pt x="62" y="128"/>
                    <a:pt x="54" y="128"/>
                  </a:cubicBezTo>
                  <a:cubicBezTo>
                    <a:pt x="45" y="128"/>
                    <a:pt x="37" y="127"/>
                    <a:pt x="30" y="125"/>
                  </a:cubicBezTo>
                  <a:cubicBezTo>
                    <a:pt x="23" y="122"/>
                    <a:pt x="18" y="119"/>
                    <a:pt x="13" y="114"/>
                  </a:cubicBezTo>
                  <a:cubicBezTo>
                    <a:pt x="9" y="109"/>
                    <a:pt x="6" y="102"/>
                    <a:pt x="4" y="94"/>
                  </a:cubicBezTo>
                  <a:cubicBezTo>
                    <a:pt x="2" y="86"/>
                    <a:pt x="0" y="76"/>
                    <a:pt x="0" y="65"/>
                  </a:cubicBezTo>
                  <a:cubicBezTo>
                    <a:pt x="0" y="53"/>
                    <a:pt x="2" y="43"/>
                    <a:pt x="4" y="35"/>
                  </a:cubicBezTo>
                  <a:cubicBezTo>
                    <a:pt x="6" y="27"/>
                    <a:pt x="9" y="20"/>
                    <a:pt x="13" y="15"/>
                  </a:cubicBezTo>
                  <a:cubicBezTo>
                    <a:pt x="17" y="10"/>
                    <a:pt x="23" y="6"/>
                    <a:pt x="29" y="4"/>
                  </a:cubicBezTo>
                  <a:cubicBezTo>
                    <a:pt x="35" y="1"/>
                    <a:pt x="42" y="0"/>
                    <a:pt x="51" y="0"/>
                  </a:cubicBezTo>
                  <a:cubicBezTo>
                    <a:pt x="60" y="0"/>
                    <a:pt x="68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1" y="19"/>
                    <a:pt x="93" y="25"/>
                    <a:pt x="94" y="31"/>
                  </a:cubicBezTo>
                  <a:cubicBezTo>
                    <a:pt x="96" y="37"/>
                    <a:pt x="96" y="43"/>
                    <a:pt x="96" y="50"/>
                  </a:cubicBezTo>
                  <a:cubicBezTo>
                    <a:pt x="96" y="55"/>
                    <a:pt x="96" y="59"/>
                    <a:pt x="96" y="63"/>
                  </a:cubicBezTo>
                  <a:cubicBezTo>
                    <a:pt x="95" y="68"/>
                    <a:pt x="94" y="71"/>
                    <a:pt x="94" y="73"/>
                  </a:cubicBezTo>
                  <a:lnTo>
                    <a:pt x="24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70" y="26"/>
                  </a:cubicBezTo>
                  <a:cubicBezTo>
                    <a:pt x="67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2" y="25"/>
                    <a:pt x="30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4" y="50"/>
                    <a:pt x="24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black">
            <a:xfrm>
              <a:off x="4327526" y="3201985"/>
              <a:ext cx="398462" cy="627062"/>
            </a:xfrm>
            <a:custGeom>
              <a:avLst/>
              <a:gdLst>
                <a:gd name="T0" fmla="*/ 61 w 106"/>
                <a:gd name="T1" fmla="*/ 126 h 165"/>
                <a:gd name="T2" fmla="*/ 44 w 106"/>
                <a:gd name="T3" fmla="*/ 123 h 165"/>
                <a:gd name="T4" fmla="*/ 32 w 106"/>
                <a:gd name="T5" fmla="*/ 118 h 165"/>
                <a:gd name="T6" fmla="*/ 32 w 106"/>
                <a:gd name="T7" fmla="*/ 165 h 165"/>
                <a:gd name="T8" fmla="*/ 14 w 106"/>
                <a:gd name="T9" fmla="*/ 165 h 165"/>
                <a:gd name="T10" fmla="*/ 8 w 106"/>
                <a:gd name="T11" fmla="*/ 160 h 165"/>
                <a:gd name="T12" fmla="*/ 8 w 106"/>
                <a:gd name="T13" fmla="*/ 79 h 165"/>
                <a:gd name="T14" fmla="*/ 8 w 106"/>
                <a:gd name="T15" fmla="*/ 51 h 165"/>
                <a:gd name="T16" fmla="*/ 9 w 106"/>
                <a:gd name="T17" fmla="*/ 22 h 165"/>
                <a:gd name="T18" fmla="*/ 5 w 106"/>
                <a:gd name="T19" fmla="*/ 22 h 165"/>
                <a:gd name="T20" fmla="*/ 0 w 106"/>
                <a:gd name="T21" fmla="*/ 17 h 165"/>
                <a:gd name="T22" fmla="*/ 0 w 106"/>
                <a:gd name="T23" fmla="*/ 5 h 165"/>
                <a:gd name="T24" fmla="*/ 9 w 106"/>
                <a:gd name="T25" fmla="*/ 3 h 165"/>
                <a:gd name="T26" fmla="*/ 21 w 106"/>
                <a:gd name="T27" fmla="*/ 2 h 165"/>
                <a:gd name="T28" fmla="*/ 34 w 106"/>
                <a:gd name="T29" fmla="*/ 1 h 165"/>
                <a:gd name="T30" fmla="*/ 47 w 106"/>
                <a:gd name="T31" fmla="*/ 0 h 165"/>
                <a:gd name="T32" fmla="*/ 74 w 106"/>
                <a:gd name="T33" fmla="*/ 3 h 165"/>
                <a:gd name="T34" fmla="*/ 92 w 106"/>
                <a:gd name="T35" fmla="*/ 14 h 165"/>
                <a:gd name="T36" fmla="*/ 102 w 106"/>
                <a:gd name="T37" fmla="*/ 33 h 165"/>
                <a:gd name="T38" fmla="*/ 106 w 106"/>
                <a:gd name="T39" fmla="*/ 63 h 165"/>
                <a:gd name="T40" fmla="*/ 95 w 106"/>
                <a:gd name="T41" fmla="*/ 111 h 165"/>
                <a:gd name="T42" fmla="*/ 61 w 106"/>
                <a:gd name="T43" fmla="*/ 126 h 165"/>
                <a:gd name="T44" fmla="*/ 54 w 106"/>
                <a:gd name="T45" fmla="*/ 107 h 165"/>
                <a:gd name="T46" fmla="*/ 66 w 106"/>
                <a:gd name="T47" fmla="*/ 105 h 165"/>
                <a:gd name="T48" fmla="*/ 75 w 106"/>
                <a:gd name="T49" fmla="*/ 98 h 165"/>
                <a:gd name="T50" fmla="*/ 80 w 106"/>
                <a:gd name="T51" fmla="*/ 84 h 165"/>
                <a:gd name="T52" fmla="*/ 81 w 106"/>
                <a:gd name="T53" fmla="*/ 63 h 165"/>
                <a:gd name="T54" fmla="*/ 80 w 106"/>
                <a:gd name="T55" fmla="*/ 43 h 165"/>
                <a:gd name="T56" fmla="*/ 75 w 106"/>
                <a:gd name="T57" fmla="*/ 29 h 165"/>
                <a:gd name="T58" fmla="*/ 64 w 106"/>
                <a:gd name="T59" fmla="*/ 22 h 165"/>
                <a:gd name="T60" fmla="*/ 47 w 106"/>
                <a:gd name="T61" fmla="*/ 19 h 165"/>
                <a:gd name="T62" fmla="*/ 40 w 106"/>
                <a:gd name="T63" fmla="*/ 20 h 165"/>
                <a:gd name="T64" fmla="*/ 32 w 106"/>
                <a:gd name="T65" fmla="*/ 20 h 165"/>
                <a:gd name="T66" fmla="*/ 32 w 106"/>
                <a:gd name="T67" fmla="*/ 102 h 165"/>
                <a:gd name="T68" fmla="*/ 42 w 106"/>
                <a:gd name="T69" fmla="*/ 105 h 165"/>
                <a:gd name="T70" fmla="*/ 54 w 106"/>
                <a:gd name="T71" fmla="*/ 107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6" h="165">
                  <a:moveTo>
                    <a:pt x="61" y="126"/>
                  </a:moveTo>
                  <a:cubicBezTo>
                    <a:pt x="54" y="126"/>
                    <a:pt x="48" y="125"/>
                    <a:pt x="44" y="123"/>
                  </a:cubicBezTo>
                  <a:cubicBezTo>
                    <a:pt x="39" y="122"/>
                    <a:pt x="35" y="120"/>
                    <a:pt x="32" y="118"/>
                  </a:cubicBezTo>
                  <a:cubicBezTo>
                    <a:pt x="32" y="165"/>
                    <a:pt x="32" y="165"/>
                    <a:pt x="32" y="165"/>
                  </a:cubicBezTo>
                  <a:cubicBezTo>
                    <a:pt x="14" y="165"/>
                    <a:pt x="14" y="165"/>
                    <a:pt x="14" y="165"/>
                  </a:cubicBezTo>
                  <a:cubicBezTo>
                    <a:pt x="10" y="165"/>
                    <a:pt x="8" y="163"/>
                    <a:pt x="8" y="160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70"/>
                    <a:pt x="8" y="60"/>
                    <a:pt x="8" y="51"/>
                  </a:cubicBezTo>
                  <a:cubicBezTo>
                    <a:pt x="8" y="41"/>
                    <a:pt x="9" y="31"/>
                    <a:pt x="9" y="22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2" y="22"/>
                    <a:pt x="0" y="20"/>
                    <a:pt x="0" y="17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2" y="5"/>
                    <a:pt x="5" y="4"/>
                    <a:pt x="9" y="3"/>
                  </a:cubicBezTo>
                  <a:cubicBezTo>
                    <a:pt x="13" y="3"/>
                    <a:pt x="16" y="2"/>
                    <a:pt x="21" y="2"/>
                  </a:cubicBezTo>
                  <a:cubicBezTo>
                    <a:pt x="25" y="2"/>
                    <a:pt x="29" y="1"/>
                    <a:pt x="34" y="1"/>
                  </a:cubicBezTo>
                  <a:cubicBezTo>
                    <a:pt x="38" y="1"/>
                    <a:pt x="43" y="0"/>
                    <a:pt x="47" y="0"/>
                  </a:cubicBezTo>
                  <a:cubicBezTo>
                    <a:pt x="57" y="0"/>
                    <a:pt x="66" y="1"/>
                    <a:pt x="74" y="3"/>
                  </a:cubicBezTo>
                  <a:cubicBezTo>
                    <a:pt x="81" y="5"/>
                    <a:pt x="87" y="9"/>
                    <a:pt x="92" y="14"/>
                  </a:cubicBezTo>
                  <a:cubicBezTo>
                    <a:pt x="97" y="18"/>
                    <a:pt x="100" y="25"/>
                    <a:pt x="102" y="33"/>
                  </a:cubicBezTo>
                  <a:cubicBezTo>
                    <a:pt x="105" y="41"/>
                    <a:pt x="106" y="51"/>
                    <a:pt x="106" y="63"/>
                  </a:cubicBezTo>
                  <a:cubicBezTo>
                    <a:pt x="106" y="84"/>
                    <a:pt x="102" y="100"/>
                    <a:pt x="95" y="111"/>
                  </a:cubicBezTo>
                  <a:cubicBezTo>
                    <a:pt x="87" y="121"/>
                    <a:pt x="76" y="126"/>
                    <a:pt x="61" y="126"/>
                  </a:cubicBezTo>
                  <a:close/>
                  <a:moveTo>
                    <a:pt x="54" y="107"/>
                  </a:moveTo>
                  <a:cubicBezTo>
                    <a:pt x="59" y="107"/>
                    <a:pt x="63" y="106"/>
                    <a:pt x="66" y="105"/>
                  </a:cubicBezTo>
                  <a:cubicBezTo>
                    <a:pt x="70" y="103"/>
                    <a:pt x="73" y="101"/>
                    <a:pt x="75" y="98"/>
                  </a:cubicBezTo>
                  <a:cubicBezTo>
                    <a:pt x="77" y="94"/>
                    <a:pt x="79" y="90"/>
                    <a:pt x="80" y="84"/>
                  </a:cubicBezTo>
                  <a:cubicBezTo>
                    <a:pt x="81" y="78"/>
                    <a:pt x="81" y="71"/>
                    <a:pt x="81" y="63"/>
                  </a:cubicBezTo>
                  <a:cubicBezTo>
                    <a:pt x="81" y="55"/>
                    <a:pt x="81" y="48"/>
                    <a:pt x="80" y="43"/>
                  </a:cubicBezTo>
                  <a:cubicBezTo>
                    <a:pt x="79" y="37"/>
                    <a:pt x="77" y="33"/>
                    <a:pt x="75" y="29"/>
                  </a:cubicBezTo>
                  <a:cubicBezTo>
                    <a:pt x="72" y="26"/>
                    <a:pt x="69" y="23"/>
                    <a:pt x="64" y="22"/>
                  </a:cubicBezTo>
                  <a:cubicBezTo>
                    <a:pt x="60" y="20"/>
                    <a:pt x="54" y="19"/>
                    <a:pt x="47" y="19"/>
                  </a:cubicBezTo>
                  <a:cubicBezTo>
                    <a:pt x="45" y="19"/>
                    <a:pt x="43" y="19"/>
                    <a:pt x="40" y="20"/>
                  </a:cubicBezTo>
                  <a:cubicBezTo>
                    <a:pt x="37" y="20"/>
                    <a:pt x="34" y="20"/>
                    <a:pt x="32" y="20"/>
                  </a:cubicBezTo>
                  <a:cubicBezTo>
                    <a:pt x="32" y="102"/>
                    <a:pt x="32" y="102"/>
                    <a:pt x="32" y="102"/>
                  </a:cubicBezTo>
                  <a:cubicBezTo>
                    <a:pt x="35" y="103"/>
                    <a:pt x="39" y="104"/>
                    <a:pt x="42" y="105"/>
                  </a:cubicBezTo>
                  <a:cubicBezTo>
                    <a:pt x="45" y="106"/>
                    <a:pt x="49" y="107"/>
                    <a:pt x="54" y="10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5" name="Freeform 9"/>
            <p:cNvSpPr>
              <a:spLocks/>
            </p:cNvSpPr>
            <p:nvPr/>
          </p:nvSpPr>
          <p:spPr bwMode="black">
            <a:xfrm>
              <a:off x="5006974" y="3206748"/>
              <a:ext cx="236539" cy="466723"/>
            </a:xfrm>
            <a:custGeom>
              <a:avLst/>
              <a:gdLst>
                <a:gd name="T0" fmla="*/ 55 w 63"/>
                <a:gd name="T1" fmla="*/ 0 h 123"/>
                <a:gd name="T2" fmla="*/ 62 w 63"/>
                <a:gd name="T3" fmla="*/ 2 h 123"/>
                <a:gd name="T4" fmla="*/ 63 w 63"/>
                <a:gd name="T5" fmla="*/ 6 h 123"/>
                <a:gd name="T6" fmla="*/ 63 w 63"/>
                <a:gd name="T7" fmla="*/ 22 h 123"/>
                <a:gd name="T8" fmla="*/ 60 w 63"/>
                <a:gd name="T9" fmla="*/ 22 h 123"/>
                <a:gd name="T10" fmla="*/ 57 w 63"/>
                <a:gd name="T11" fmla="*/ 22 h 123"/>
                <a:gd name="T12" fmla="*/ 39 w 63"/>
                <a:gd name="T13" fmla="*/ 25 h 123"/>
                <a:gd name="T14" fmla="*/ 24 w 63"/>
                <a:gd name="T15" fmla="*/ 36 h 123"/>
                <a:gd name="T16" fmla="*/ 24 w 63"/>
                <a:gd name="T17" fmla="*/ 123 h 123"/>
                <a:gd name="T18" fmla="*/ 5 w 63"/>
                <a:gd name="T19" fmla="*/ 123 h 123"/>
                <a:gd name="T20" fmla="*/ 0 w 63"/>
                <a:gd name="T21" fmla="*/ 118 h 123"/>
                <a:gd name="T22" fmla="*/ 0 w 63"/>
                <a:gd name="T23" fmla="*/ 1 h 123"/>
                <a:gd name="T24" fmla="*/ 14 w 63"/>
                <a:gd name="T25" fmla="*/ 1 h 123"/>
                <a:gd name="T26" fmla="*/ 19 w 63"/>
                <a:gd name="T27" fmla="*/ 2 h 123"/>
                <a:gd name="T28" fmla="*/ 21 w 63"/>
                <a:gd name="T29" fmla="*/ 7 h 123"/>
                <a:gd name="T30" fmla="*/ 22 w 63"/>
                <a:gd name="T31" fmla="*/ 18 h 123"/>
                <a:gd name="T32" fmla="*/ 36 w 63"/>
                <a:gd name="T33" fmla="*/ 6 h 123"/>
                <a:gd name="T34" fmla="*/ 55 w 63"/>
                <a:gd name="T35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3" h="123">
                  <a:moveTo>
                    <a:pt x="55" y="0"/>
                  </a:moveTo>
                  <a:cubicBezTo>
                    <a:pt x="58" y="0"/>
                    <a:pt x="60" y="1"/>
                    <a:pt x="62" y="2"/>
                  </a:cubicBezTo>
                  <a:cubicBezTo>
                    <a:pt x="63" y="3"/>
                    <a:pt x="63" y="4"/>
                    <a:pt x="63" y="6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2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0" y="22"/>
                    <a:pt x="44" y="23"/>
                    <a:pt x="39" y="25"/>
                  </a:cubicBezTo>
                  <a:cubicBezTo>
                    <a:pt x="34" y="27"/>
                    <a:pt x="29" y="31"/>
                    <a:pt x="24" y="36"/>
                  </a:cubicBezTo>
                  <a:cubicBezTo>
                    <a:pt x="24" y="123"/>
                    <a:pt x="24" y="123"/>
                    <a:pt x="24" y="123"/>
                  </a:cubicBezTo>
                  <a:cubicBezTo>
                    <a:pt x="5" y="123"/>
                    <a:pt x="5" y="123"/>
                    <a:pt x="5" y="123"/>
                  </a:cubicBezTo>
                  <a:cubicBezTo>
                    <a:pt x="2" y="123"/>
                    <a:pt x="0" y="121"/>
                    <a:pt x="0" y="118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6" y="1"/>
                    <a:pt x="18" y="2"/>
                    <a:pt x="19" y="2"/>
                  </a:cubicBezTo>
                  <a:cubicBezTo>
                    <a:pt x="20" y="3"/>
                    <a:pt x="21" y="5"/>
                    <a:pt x="21" y="7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6" y="13"/>
                    <a:pt x="30" y="9"/>
                    <a:pt x="36" y="6"/>
                  </a:cubicBezTo>
                  <a:cubicBezTo>
                    <a:pt x="42" y="2"/>
                    <a:pt x="48" y="0"/>
                    <a:pt x="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6" name="Freeform 10"/>
            <p:cNvSpPr>
              <a:spLocks noEditPoints="1"/>
            </p:cNvSpPr>
            <p:nvPr/>
          </p:nvSpPr>
          <p:spPr bwMode="black">
            <a:xfrm>
              <a:off x="5295902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5 w 96"/>
                <a:gd name="T3" fmla="*/ 90 h 128"/>
                <a:gd name="T4" fmla="*/ 31 w 96"/>
                <a:gd name="T5" fmla="*/ 100 h 128"/>
                <a:gd name="T6" fmla="*/ 42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7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6 w 96"/>
                <a:gd name="T19" fmla="*/ 126 h 128"/>
                <a:gd name="T20" fmla="*/ 53 w 96"/>
                <a:gd name="T21" fmla="*/ 128 h 128"/>
                <a:gd name="T22" fmla="*/ 30 w 96"/>
                <a:gd name="T23" fmla="*/ 125 h 128"/>
                <a:gd name="T24" fmla="*/ 13 w 96"/>
                <a:gd name="T25" fmla="*/ 114 h 128"/>
                <a:gd name="T26" fmla="*/ 3 w 96"/>
                <a:gd name="T27" fmla="*/ 94 h 128"/>
                <a:gd name="T28" fmla="*/ 0 w 96"/>
                <a:gd name="T29" fmla="*/ 65 h 128"/>
                <a:gd name="T30" fmla="*/ 3 w 96"/>
                <a:gd name="T31" fmla="*/ 35 h 128"/>
                <a:gd name="T32" fmla="*/ 13 w 96"/>
                <a:gd name="T33" fmla="*/ 15 h 128"/>
                <a:gd name="T34" fmla="*/ 28 w 96"/>
                <a:gd name="T35" fmla="*/ 4 h 128"/>
                <a:gd name="T36" fmla="*/ 50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3 w 96"/>
                <a:gd name="T49" fmla="*/ 73 h 128"/>
                <a:gd name="T50" fmla="*/ 23 w 96"/>
                <a:gd name="T51" fmla="*/ 73 h 128"/>
                <a:gd name="T52" fmla="*/ 74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69 w 96"/>
                <a:gd name="T59" fmla="*/ 26 h 128"/>
                <a:gd name="T60" fmla="*/ 51 w 96"/>
                <a:gd name="T61" fmla="*/ 19 h 128"/>
                <a:gd name="T62" fmla="*/ 38 w 96"/>
                <a:gd name="T63" fmla="*/ 21 h 128"/>
                <a:gd name="T64" fmla="*/ 29 w 96"/>
                <a:gd name="T65" fmla="*/ 29 h 128"/>
                <a:gd name="T66" fmla="*/ 25 w 96"/>
                <a:gd name="T67" fmla="*/ 40 h 128"/>
                <a:gd name="T68" fmla="*/ 23 w 96"/>
                <a:gd name="T69" fmla="*/ 56 h 128"/>
                <a:gd name="T70" fmla="*/ 74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4" y="80"/>
                    <a:pt x="24" y="85"/>
                    <a:pt x="25" y="90"/>
                  </a:cubicBezTo>
                  <a:cubicBezTo>
                    <a:pt x="26" y="94"/>
                    <a:pt x="28" y="98"/>
                    <a:pt x="31" y="100"/>
                  </a:cubicBezTo>
                  <a:cubicBezTo>
                    <a:pt x="34" y="103"/>
                    <a:pt x="37" y="105"/>
                    <a:pt x="42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5" y="107"/>
                    <a:pt x="87" y="107"/>
                  </a:cubicBezTo>
                  <a:cubicBezTo>
                    <a:pt x="90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8" y="124"/>
                    <a:pt x="83" y="125"/>
                    <a:pt x="76" y="126"/>
                  </a:cubicBezTo>
                  <a:cubicBezTo>
                    <a:pt x="70" y="127"/>
                    <a:pt x="62" y="128"/>
                    <a:pt x="53" y="128"/>
                  </a:cubicBezTo>
                  <a:cubicBezTo>
                    <a:pt x="44" y="128"/>
                    <a:pt x="36" y="127"/>
                    <a:pt x="30" y="125"/>
                  </a:cubicBezTo>
                  <a:cubicBezTo>
                    <a:pt x="23" y="122"/>
                    <a:pt x="17" y="119"/>
                    <a:pt x="13" y="114"/>
                  </a:cubicBezTo>
                  <a:cubicBezTo>
                    <a:pt x="9" y="109"/>
                    <a:pt x="5" y="102"/>
                    <a:pt x="3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3" y="35"/>
                  </a:cubicBezTo>
                  <a:cubicBezTo>
                    <a:pt x="5" y="27"/>
                    <a:pt x="9" y="20"/>
                    <a:pt x="13" y="15"/>
                  </a:cubicBezTo>
                  <a:cubicBezTo>
                    <a:pt x="17" y="10"/>
                    <a:pt x="22" y="6"/>
                    <a:pt x="28" y="4"/>
                  </a:cubicBezTo>
                  <a:cubicBezTo>
                    <a:pt x="35" y="1"/>
                    <a:pt x="42" y="0"/>
                    <a:pt x="50" y="0"/>
                  </a:cubicBezTo>
                  <a:cubicBezTo>
                    <a:pt x="60" y="0"/>
                    <a:pt x="67" y="2"/>
                    <a:pt x="73" y="4"/>
                  </a:cubicBezTo>
                  <a:cubicBezTo>
                    <a:pt x="79" y="7"/>
                    <a:pt x="84" y="10"/>
                    <a:pt x="87" y="15"/>
                  </a:cubicBezTo>
                  <a:cubicBezTo>
                    <a:pt x="90" y="19"/>
                    <a:pt x="93" y="25"/>
                    <a:pt x="94" y="31"/>
                  </a:cubicBezTo>
                  <a:cubicBezTo>
                    <a:pt x="95" y="37"/>
                    <a:pt x="96" y="43"/>
                    <a:pt x="96" y="50"/>
                  </a:cubicBezTo>
                  <a:cubicBezTo>
                    <a:pt x="96" y="55"/>
                    <a:pt x="96" y="59"/>
                    <a:pt x="95" y="63"/>
                  </a:cubicBezTo>
                  <a:cubicBezTo>
                    <a:pt x="95" y="68"/>
                    <a:pt x="94" y="71"/>
                    <a:pt x="93" y="73"/>
                  </a:cubicBezTo>
                  <a:lnTo>
                    <a:pt x="23" y="73"/>
                  </a:lnTo>
                  <a:close/>
                  <a:moveTo>
                    <a:pt x="74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3" y="32"/>
                    <a:pt x="69" y="26"/>
                  </a:cubicBezTo>
                  <a:cubicBezTo>
                    <a:pt x="66" y="21"/>
                    <a:pt x="60" y="19"/>
                    <a:pt x="51" y="19"/>
                  </a:cubicBezTo>
                  <a:cubicBezTo>
                    <a:pt x="46" y="19"/>
                    <a:pt x="41" y="19"/>
                    <a:pt x="38" y="21"/>
                  </a:cubicBezTo>
                  <a:cubicBezTo>
                    <a:pt x="34" y="23"/>
                    <a:pt x="31" y="25"/>
                    <a:pt x="29" y="29"/>
                  </a:cubicBezTo>
                  <a:cubicBezTo>
                    <a:pt x="27" y="32"/>
                    <a:pt x="26" y="36"/>
                    <a:pt x="25" y="40"/>
                  </a:cubicBezTo>
                  <a:cubicBezTo>
                    <a:pt x="24" y="45"/>
                    <a:pt x="23" y="50"/>
                    <a:pt x="23" y="56"/>
                  </a:cubicBezTo>
                  <a:lnTo>
                    <a:pt x="74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7" name="Freeform 11"/>
            <p:cNvSpPr>
              <a:spLocks noEditPoints="1"/>
            </p:cNvSpPr>
            <p:nvPr/>
          </p:nvSpPr>
          <p:spPr bwMode="black">
            <a:xfrm>
              <a:off x="5746750" y="3040059"/>
              <a:ext cx="109537" cy="633412"/>
            </a:xfrm>
            <a:custGeom>
              <a:avLst/>
              <a:gdLst>
                <a:gd name="T0" fmla="*/ 15 w 29"/>
                <a:gd name="T1" fmla="*/ 26 h 167"/>
                <a:gd name="T2" fmla="*/ 3 w 29"/>
                <a:gd name="T3" fmla="*/ 23 h 167"/>
                <a:gd name="T4" fmla="*/ 0 w 29"/>
                <a:gd name="T5" fmla="*/ 13 h 167"/>
                <a:gd name="T6" fmla="*/ 3 w 29"/>
                <a:gd name="T7" fmla="*/ 3 h 167"/>
                <a:gd name="T8" fmla="*/ 15 w 29"/>
                <a:gd name="T9" fmla="*/ 0 h 167"/>
                <a:gd name="T10" fmla="*/ 26 w 29"/>
                <a:gd name="T11" fmla="*/ 3 h 167"/>
                <a:gd name="T12" fmla="*/ 29 w 29"/>
                <a:gd name="T13" fmla="*/ 13 h 167"/>
                <a:gd name="T14" fmla="*/ 26 w 29"/>
                <a:gd name="T15" fmla="*/ 23 h 167"/>
                <a:gd name="T16" fmla="*/ 15 w 29"/>
                <a:gd name="T17" fmla="*/ 26 h 167"/>
                <a:gd name="T18" fmla="*/ 27 w 29"/>
                <a:gd name="T19" fmla="*/ 167 h 167"/>
                <a:gd name="T20" fmla="*/ 8 w 29"/>
                <a:gd name="T21" fmla="*/ 167 h 167"/>
                <a:gd name="T22" fmla="*/ 3 w 29"/>
                <a:gd name="T23" fmla="*/ 162 h 167"/>
                <a:gd name="T24" fmla="*/ 3 w 29"/>
                <a:gd name="T25" fmla="*/ 45 h 167"/>
                <a:gd name="T26" fmla="*/ 21 w 29"/>
                <a:gd name="T27" fmla="*/ 45 h 167"/>
                <a:gd name="T28" fmla="*/ 27 w 29"/>
                <a:gd name="T29" fmla="*/ 51 h 167"/>
                <a:gd name="T30" fmla="*/ 27 w 29"/>
                <a:gd name="T31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9" h="167">
                  <a:moveTo>
                    <a:pt x="15" y="26"/>
                  </a:moveTo>
                  <a:cubicBezTo>
                    <a:pt x="9" y="26"/>
                    <a:pt x="5" y="25"/>
                    <a:pt x="3" y="23"/>
                  </a:cubicBezTo>
                  <a:cubicBezTo>
                    <a:pt x="1" y="21"/>
                    <a:pt x="0" y="18"/>
                    <a:pt x="0" y="13"/>
                  </a:cubicBezTo>
                  <a:cubicBezTo>
                    <a:pt x="0" y="8"/>
                    <a:pt x="1" y="5"/>
                    <a:pt x="3" y="3"/>
                  </a:cubicBezTo>
                  <a:cubicBezTo>
                    <a:pt x="5" y="1"/>
                    <a:pt x="9" y="0"/>
                    <a:pt x="15" y="0"/>
                  </a:cubicBezTo>
                  <a:cubicBezTo>
                    <a:pt x="20" y="0"/>
                    <a:pt x="23" y="1"/>
                    <a:pt x="26" y="3"/>
                  </a:cubicBezTo>
                  <a:cubicBezTo>
                    <a:pt x="28" y="5"/>
                    <a:pt x="29" y="8"/>
                    <a:pt x="29" y="13"/>
                  </a:cubicBezTo>
                  <a:cubicBezTo>
                    <a:pt x="29" y="18"/>
                    <a:pt x="28" y="21"/>
                    <a:pt x="26" y="23"/>
                  </a:cubicBezTo>
                  <a:cubicBezTo>
                    <a:pt x="23" y="25"/>
                    <a:pt x="20" y="26"/>
                    <a:pt x="15" y="26"/>
                  </a:cubicBezTo>
                  <a:close/>
                  <a:moveTo>
                    <a:pt x="27" y="167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4" y="167"/>
                    <a:pt x="3" y="165"/>
                    <a:pt x="3" y="162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7" y="47"/>
                    <a:pt x="27" y="51"/>
                  </a:cubicBezTo>
                  <a:lnTo>
                    <a:pt x="27" y="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black">
            <a:xfrm>
              <a:off x="5961062" y="3201985"/>
              <a:ext cx="363537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1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7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3" y="22"/>
                    <a:pt x="58" y="20"/>
                    <a:pt x="52" y="20"/>
                  </a:cubicBezTo>
                  <a:cubicBezTo>
                    <a:pt x="45" y="20"/>
                    <a:pt x="39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black">
            <a:xfrm>
              <a:off x="6400799" y="3209923"/>
              <a:ext cx="379414" cy="463551"/>
            </a:xfrm>
            <a:custGeom>
              <a:avLst/>
              <a:gdLst>
                <a:gd name="T0" fmla="*/ 43 w 101"/>
                <a:gd name="T1" fmla="*/ 122 h 122"/>
                <a:gd name="T2" fmla="*/ 38 w 101"/>
                <a:gd name="T3" fmla="*/ 121 h 122"/>
                <a:gd name="T4" fmla="*/ 36 w 101"/>
                <a:gd name="T5" fmla="*/ 117 h 122"/>
                <a:gd name="T6" fmla="*/ 13 w 101"/>
                <a:gd name="T7" fmla="*/ 59 h 122"/>
                <a:gd name="T8" fmla="*/ 0 w 101"/>
                <a:gd name="T9" fmla="*/ 0 h 122"/>
                <a:gd name="T10" fmla="*/ 20 w 101"/>
                <a:gd name="T11" fmla="*/ 0 h 122"/>
                <a:gd name="T12" fmla="*/ 25 w 101"/>
                <a:gd name="T13" fmla="*/ 6 h 122"/>
                <a:gd name="T14" fmla="*/ 29 w 101"/>
                <a:gd name="T15" fmla="*/ 30 h 122"/>
                <a:gd name="T16" fmla="*/ 35 w 101"/>
                <a:gd name="T17" fmla="*/ 55 h 122"/>
                <a:gd name="T18" fmla="*/ 43 w 101"/>
                <a:gd name="T19" fmla="*/ 79 h 122"/>
                <a:gd name="T20" fmla="*/ 51 w 101"/>
                <a:gd name="T21" fmla="*/ 101 h 122"/>
                <a:gd name="T22" fmla="*/ 60 w 101"/>
                <a:gd name="T23" fmla="*/ 78 h 122"/>
                <a:gd name="T24" fmla="*/ 67 w 101"/>
                <a:gd name="T25" fmla="*/ 52 h 122"/>
                <a:gd name="T26" fmla="*/ 74 w 101"/>
                <a:gd name="T27" fmla="*/ 25 h 122"/>
                <a:gd name="T28" fmla="*/ 78 w 101"/>
                <a:gd name="T29" fmla="*/ 0 h 122"/>
                <a:gd name="T30" fmla="*/ 96 w 101"/>
                <a:gd name="T31" fmla="*/ 0 h 122"/>
                <a:gd name="T32" fmla="*/ 101 w 101"/>
                <a:gd name="T33" fmla="*/ 5 h 122"/>
                <a:gd name="T34" fmla="*/ 100 w 101"/>
                <a:gd name="T35" fmla="*/ 11 h 122"/>
                <a:gd name="T36" fmla="*/ 99 w 101"/>
                <a:gd name="T37" fmla="*/ 19 h 122"/>
                <a:gd name="T38" fmla="*/ 85 w 101"/>
                <a:gd name="T39" fmla="*/ 70 h 122"/>
                <a:gd name="T40" fmla="*/ 64 w 101"/>
                <a:gd name="T41" fmla="*/ 122 h 122"/>
                <a:gd name="T42" fmla="*/ 43 w 101"/>
                <a:gd name="T43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1" h="122">
                  <a:moveTo>
                    <a:pt x="43" y="122"/>
                  </a:moveTo>
                  <a:cubicBezTo>
                    <a:pt x="41" y="122"/>
                    <a:pt x="39" y="122"/>
                    <a:pt x="38" y="121"/>
                  </a:cubicBezTo>
                  <a:cubicBezTo>
                    <a:pt x="38" y="120"/>
                    <a:pt x="37" y="119"/>
                    <a:pt x="36" y="117"/>
                  </a:cubicBezTo>
                  <a:cubicBezTo>
                    <a:pt x="27" y="98"/>
                    <a:pt x="20" y="79"/>
                    <a:pt x="13" y="59"/>
                  </a:cubicBezTo>
                  <a:cubicBezTo>
                    <a:pt x="7" y="40"/>
                    <a:pt x="2" y="20"/>
                    <a:pt x="0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23" y="0"/>
                    <a:pt x="25" y="2"/>
                    <a:pt x="25" y="6"/>
                  </a:cubicBezTo>
                  <a:cubicBezTo>
                    <a:pt x="26" y="13"/>
                    <a:pt x="28" y="21"/>
                    <a:pt x="29" y="30"/>
                  </a:cubicBezTo>
                  <a:cubicBezTo>
                    <a:pt x="31" y="38"/>
                    <a:pt x="33" y="46"/>
                    <a:pt x="35" y="55"/>
                  </a:cubicBezTo>
                  <a:cubicBezTo>
                    <a:pt x="38" y="63"/>
                    <a:pt x="40" y="71"/>
                    <a:pt x="43" y="79"/>
                  </a:cubicBezTo>
                  <a:cubicBezTo>
                    <a:pt x="45" y="87"/>
                    <a:pt x="48" y="95"/>
                    <a:pt x="51" y="101"/>
                  </a:cubicBezTo>
                  <a:cubicBezTo>
                    <a:pt x="54" y="95"/>
                    <a:pt x="57" y="87"/>
                    <a:pt x="60" y="78"/>
                  </a:cubicBezTo>
                  <a:cubicBezTo>
                    <a:pt x="63" y="70"/>
                    <a:pt x="65" y="61"/>
                    <a:pt x="67" y="52"/>
                  </a:cubicBezTo>
                  <a:cubicBezTo>
                    <a:pt x="70" y="43"/>
                    <a:pt x="72" y="34"/>
                    <a:pt x="74" y="25"/>
                  </a:cubicBezTo>
                  <a:cubicBezTo>
                    <a:pt x="75" y="16"/>
                    <a:pt x="77" y="8"/>
                    <a:pt x="78" y="0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99" y="0"/>
                    <a:pt x="101" y="2"/>
                    <a:pt x="101" y="5"/>
                  </a:cubicBezTo>
                  <a:cubicBezTo>
                    <a:pt x="101" y="7"/>
                    <a:pt x="101" y="9"/>
                    <a:pt x="100" y="11"/>
                  </a:cubicBezTo>
                  <a:cubicBezTo>
                    <a:pt x="100" y="13"/>
                    <a:pt x="100" y="16"/>
                    <a:pt x="99" y="19"/>
                  </a:cubicBezTo>
                  <a:cubicBezTo>
                    <a:pt x="96" y="36"/>
                    <a:pt x="91" y="53"/>
                    <a:pt x="85" y="70"/>
                  </a:cubicBezTo>
                  <a:cubicBezTo>
                    <a:pt x="79" y="88"/>
                    <a:pt x="72" y="105"/>
                    <a:pt x="64" y="122"/>
                  </a:cubicBezTo>
                  <a:lnTo>
                    <a:pt x="43" y="1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black">
            <a:xfrm>
              <a:off x="6840536" y="3198810"/>
              <a:ext cx="360362" cy="487363"/>
            </a:xfrm>
            <a:custGeom>
              <a:avLst/>
              <a:gdLst>
                <a:gd name="T0" fmla="*/ 23 w 96"/>
                <a:gd name="T1" fmla="*/ 73 h 128"/>
                <a:gd name="T2" fmla="*/ 25 w 96"/>
                <a:gd name="T3" fmla="*/ 90 h 128"/>
                <a:gd name="T4" fmla="*/ 31 w 96"/>
                <a:gd name="T5" fmla="*/ 100 h 128"/>
                <a:gd name="T6" fmla="*/ 41 w 96"/>
                <a:gd name="T7" fmla="*/ 107 h 128"/>
                <a:gd name="T8" fmla="*/ 59 w 96"/>
                <a:gd name="T9" fmla="*/ 109 h 128"/>
                <a:gd name="T10" fmla="*/ 76 w 96"/>
                <a:gd name="T11" fmla="*/ 108 h 128"/>
                <a:gd name="T12" fmla="*/ 86 w 96"/>
                <a:gd name="T13" fmla="*/ 107 h 128"/>
                <a:gd name="T14" fmla="*/ 92 w 96"/>
                <a:gd name="T15" fmla="*/ 112 h 128"/>
                <a:gd name="T16" fmla="*/ 92 w 96"/>
                <a:gd name="T17" fmla="*/ 122 h 128"/>
                <a:gd name="T18" fmla="*/ 76 w 96"/>
                <a:gd name="T19" fmla="*/ 126 h 128"/>
                <a:gd name="T20" fmla="*/ 53 w 96"/>
                <a:gd name="T21" fmla="*/ 128 h 128"/>
                <a:gd name="T22" fmla="*/ 29 w 96"/>
                <a:gd name="T23" fmla="*/ 125 h 128"/>
                <a:gd name="T24" fmla="*/ 13 w 96"/>
                <a:gd name="T25" fmla="*/ 114 h 128"/>
                <a:gd name="T26" fmla="*/ 3 w 96"/>
                <a:gd name="T27" fmla="*/ 94 h 128"/>
                <a:gd name="T28" fmla="*/ 0 w 96"/>
                <a:gd name="T29" fmla="*/ 65 h 128"/>
                <a:gd name="T30" fmla="*/ 3 w 96"/>
                <a:gd name="T31" fmla="*/ 35 h 128"/>
                <a:gd name="T32" fmla="*/ 12 w 96"/>
                <a:gd name="T33" fmla="*/ 15 h 128"/>
                <a:gd name="T34" fmla="*/ 28 w 96"/>
                <a:gd name="T35" fmla="*/ 4 h 128"/>
                <a:gd name="T36" fmla="*/ 50 w 96"/>
                <a:gd name="T37" fmla="*/ 0 h 128"/>
                <a:gd name="T38" fmla="*/ 73 w 96"/>
                <a:gd name="T39" fmla="*/ 4 h 128"/>
                <a:gd name="T40" fmla="*/ 87 w 96"/>
                <a:gd name="T41" fmla="*/ 15 h 128"/>
                <a:gd name="T42" fmla="*/ 94 w 96"/>
                <a:gd name="T43" fmla="*/ 31 h 128"/>
                <a:gd name="T44" fmla="*/ 96 w 96"/>
                <a:gd name="T45" fmla="*/ 50 h 128"/>
                <a:gd name="T46" fmla="*/ 95 w 96"/>
                <a:gd name="T47" fmla="*/ 63 h 128"/>
                <a:gd name="T48" fmla="*/ 93 w 96"/>
                <a:gd name="T49" fmla="*/ 73 h 128"/>
                <a:gd name="T50" fmla="*/ 23 w 96"/>
                <a:gd name="T51" fmla="*/ 73 h 128"/>
                <a:gd name="T52" fmla="*/ 73 w 96"/>
                <a:gd name="T53" fmla="*/ 56 h 128"/>
                <a:gd name="T54" fmla="*/ 74 w 96"/>
                <a:gd name="T55" fmla="*/ 53 h 128"/>
                <a:gd name="T56" fmla="*/ 74 w 96"/>
                <a:gd name="T57" fmla="*/ 49 h 128"/>
                <a:gd name="T58" fmla="*/ 69 w 96"/>
                <a:gd name="T59" fmla="*/ 26 h 128"/>
                <a:gd name="T60" fmla="*/ 51 w 96"/>
                <a:gd name="T61" fmla="*/ 19 h 128"/>
                <a:gd name="T62" fmla="*/ 37 w 96"/>
                <a:gd name="T63" fmla="*/ 21 h 128"/>
                <a:gd name="T64" fmla="*/ 29 w 96"/>
                <a:gd name="T65" fmla="*/ 29 h 128"/>
                <a:gd name="T66" fmla="*/ 24 w 96"/>
                <a:gd name="T67" fmla="*/ 40 h 128"/>
                <a:gd name="T68" fmla="*/ 23 w 96"/>
                <a:gd name="T69" fmla="*/ 56 h 128"/>
                <a:gd name="T70" fmla="*/ 73 w 96"/>
                <a:gd name="T71" fmla="*/ 56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6" h="128">
                  <a:moveTo>
                    <a:pt x="23" y="73"/>
                  </a:moveTo>
                  <a:cubicBezTo>
                    <a:pt x="23" y="80"/>
                    <a:pt x="24" y="85"/>
                    <a:pt x="25" y="90"/>
                  </a:cubicBezTo>
                  <a:cubicBezTo>
                    <a:pt x="26" y="94"/>
                    <a:pt x="28" y="98"/>
                    <a:pt x="31" y="100"/>
                  </a:cubicBezTo>
                  <a:cubicBezTo>
                    <a:pt x="33" y="103"/>
                    <a:pt x="37" y="105"/>
                    <a:pt x="41" y="107"/>
                  </a:cubicBezTo>
                  <a:cubicBezTo>
                    <a:pt x="46" y="108"/>
                    <a:pt x="52" y="109"/>
                    <a:pt x="59" y="109"/>
                  </a:cubicBezTo>
                  <a:cubicBezTo>
                    <a:pt x="65" y="109"/>
                    <a:pt x="71" y="108"/>
                    <a:pt x="76" y="108"/>
                  </a:cubicBezTo>
                  <a:cubicBezTo>
                    <a:pt x="81" y="107"/>
                    <a:pt x="84" y="107"/>
                    <a:pt x="86" y="107"/>
                  </a:cubicBezTo>
                  <a:cubicBezTo>
                    <a:pt x="90" y="107"/>
                    <a:pt x="92" y="108"/>
                    <a:pt x="92" y="112"/>
                  </a:cubicBezTo>
                  <a:cubicBezTo>
                    <a:pt x="92" y="122"/>
                    <a:pt x="92" y="122"/>
                    <a:pt x="92" y="122"/>
                  </a:cubicBezTo>
                  <a:cubicBezTo>
                    <a:pt x="88" y="124"/>
                    <a:pt x="83" y="125"/>
                    <a:pt x="76" y="126"/>
                  </a:cubicBezTo>
                  <a:cubicBezTo>
                    <a:pt x="69" y="127"/>
                    <a:pt x="62" y="128"/>
                    <a:pt x="53" y="128"/>
                  </a:cubicBezTo>
                  <a:cubicBezTo>
                    <a:pt x="44" y="128"/>
                    <a:pt x="36" y="127"/>
                    <a:pt x="29" y="125"/>
                  </a:cubicBezTo>
                  <a:cubicBezTo>
                    <a:pt x="23" y="122"/>
                    <a:pt x="17" y="119"/>
                    <a:pt x="13" y="114"/>
                  </a:cubicBezTo>
                  <a:cubicBezTo>
                    <a:pt x="8" y="109"/>
                    <a:pt x="5" y="102"/>
                    <a:pt x="3" y="94"/>
                  </a:cubicBezTo>
                  <a:cubicBezTo>
                    <a:pt x="1" y="86"/>
                    <a:pt x="0" y="76"/>
                    <a:pt x="0" y="65"/>
                  </a:cubicBezTo>
                  <a:cubicBezTo>
                    <a:pt x="0" y="53"/>
                    <a:pt x="1" y="43"/>
                    <a:pt x="3" y="35"/>
                  </a:cubicBezTo>
                  <a:cubicBezTo>
                    <a:pt x="5" y="27"/>
                    <a:pt x="8" y="20"/>
                    <a:pt x="12" y="15"/>
                  </a:cubicBezTo>
                  <a:cubicBezTo>
                    <a:pt x="17" y="10"/>
                    <a:pt x="22" y="6"/>
                    <a:pt x="28" y="4"/>
                  </a:cubicBezTo>
                  <a:cubicBezTo>
                    <a:pt x="34" y="1"/>
                    <a:pt x="42" y="0"/>
                    <a:pt x="50" y="0"/>
                  </a:cubicBezTo>
                  <a:cubicBezTo>
                    <a:pt x="59" y="0"/>
                    <a:pt x="67" y="2"/>
                    <a:pt x="73" y="4"/>
                  </a:cubicBezTo>
                  <a:cubicBezTo>
                    <a:pt x="79" y="7"/>
                    <a:pt x="83" y="10"/>
                    <a:pt x="87" y="15"/>
                  </a:cubicBezTo>
                  <a:cubicBezTo>
                    <a:pt x="90" y="19"/>
                    <a:pt x="92" y="25"/>
                    <a:pt x="94" y="31"/>
                  </a:cubicBezTo>
                  <a:cubicBezTo>
                    <a:pt x="95" y="37"/>
                    <a:pt x="96" y="43"/>
                    <a:pt x="96" y="50"/>
                  </a:cubicBezTo>
                  <a:cubicBezTo>
                    <a:pt x="96" y="55"/>
                    <a:pt x="95" y="59"/>
                    <a:pt x="95" y="63"/>
                  </a:cubicBezTo>
                  <a:cubicBezTo>
                    <a:pt x="94" y="68"/>
                    <a:pt x="94" y="71"/>
                    <a:pt x="93" y="73"/>
                  </a:cubicBezTo>
                  <a:lnTo>
                    <a:pt x="23" y="73"/>
                  </a:lnTo>
                  <a:close/>
                  <a:moveTo>
                    <a:pt x="73" y="56"/>
                  </a:moveTo>
                  <a:cubicBezTo>
                    <a:pt x="74" y="55"/>
                    <a:pt x="74" y="53"/>
                    <a:pt x="74" y="53"/>
                  </a:cubicBezTo>
                  <a:cubicBezTo>
                    <a:pt x="74" y="52"/>
                    <a:pt x="74" y="51"/>
                    <a:pt x="74" y="49"/>
                  </a:cubicBezTo>
                  <a:cubicBezTo>
                    <a:pt x="74" y="39"/>
                    <a:pt x="72" y="32"/>
                    <a:pt x="69" y="26"/>
                  </a:cubicBezTo>
                  <a:cubicBezTo>
                    <a:pt x="66" y="21"/>
                    <a:pt x="60" y="19"/>
                    <a:pt x="51" y="19"/>
                  </a:cubicBezTo>
                  <a:cubicBezTo>
                    <a:pt x="45" y="19"/>
                    <a:pt x="41" y="19"/>
                    <a:pt x="37" y="21"/>
                  </a:cubicBezTo>
                  <a:cubicBezTo>
                    <a:pt x="34" y="23"/>
                    <a:pt x="31" y="25"/>
                    <a:pt x="29" y="29"/>
                  </a:cubicBezTo>
                  <a:cubicBezTo>
                    <a:pt x="27" y="32"/>
                    <a:pt x="25" y="36"/>
                    <a:pt x="24" y="40"/>
                  </a:cubicBezTo>
                  <a:cubicBezTo>
                    <a:pt x="24" y="45"/>
                    <a:pt x="23" y="50"/>
                    <a:pt x="23" y="56"/>
                  </a:cubicBezTo>
                  <a:lnTo>
                    <a:pt x="73" y="5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black">
            <a:xfrm>
              <a:off x="7297734" y="3201985"/>
              <a:ext cx="365125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2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8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4" y="22"/>
                    <a:pt x="59" y="20"/>
                    <a:pt x="52" y="20"/>
                  </a:cubicBezTo>
                  <a:cubicBezTo>
                    <a:pt x="45" y="20"/>
                    <a:pt x="40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black">
            <a:xfrm>
              <a:off x="7740647" y="3089272"/>
              <a:ext cx="255587" cy="592137"/>
            </a:xfrm>
            <a:custGeom>
              <a:avLst/>
              <a:gdLst>
                <a:gd name="T0" fmla="*/ 68 w 68"/>
                <a:gd name="T1" fmla="*/ 154 h 156"/>
                <a:gd name="T2" fmla="*/ 58 w 68"/>
                <a:gd name="T3" fmla="*/ 156 h 156"/>
                <a:gd name="T4" fmla="*/ 47 w 68"/>
                <a:gd name="T5" fmla="*/ 156 h 156"/>
                <a:gd name="T6" fmla="*/ 22 w 68"/>
                <a:gd name="T7" fmla="*/ 149 h 156"/>
                <a:gd name="T8" fmla="*/ 14 w 68"/>
                <a:gd name="T9" fmla="*/ 125 h 156"/>
                <a:gd name="T10" fmla="*/ 14 w 68"/>
                <a:gd name="T11" fmla="*/ 51 h 156"/>
                <a:gd name="T12" fmla="*/ 6 w 68"/>
                <a:gd name="T13" fmla="*/ 51 h 156"/>
                <a:gd name="T14" fmla="*/ 0 w 68"/>
                <a:gd name="T15" fmla="*/ 46 h 156"/>
                <a:gd name="T16" fmla="*/ 0 w 68"/>
                <a:gd name="T17" fmla="*/ 32 h 156"/>
                <a:gd name="T18" fmla="*/ 15 w 68"/>
                <a:gd name="T19" fmla="*/ 32 h 156"/>
                <a:gd name="T20" fmla="*/ 16 w 68"/>
                <a:gd name="T21" fmla="*/ 0 h 156"/>
                <a:gd name="T22" fmla="*/ 33 w 68"/>
                <a:gd name="T23" fmla="*/ 0 h 156"/>
                <a:gd name="T24" fmla="*/ 39 w 68"/>
                <a:gd name="T25" fmla="*/ 6 h 156"/>
                <a:gd name="T26" fmla="*/ 39 w 68"/>
                <a:gd name="T27" fmla="*/ 32 h 156"/>
                <a:gd name="T28" fmla="*/ 62 w 68"/>
                <a:gd name="T29" fmla="*/ 32 h 156"/>
                <a:gd name="T30" fmla="*/ 66 w 68"/>
                <a:gd name="T31" fmla="*/ 34 h 156"/>
                <a:gd name="T32" fmla="*/ 68 w 68"/>
                <a:gd name="T33" fmla="*/ 38 h 156"/>
                <a:gd name="T34" fmla="*/ 68 w 68"/>
                <a:gd name="T35" fmla="*/ 51 h 156"/>
                <a:gd name="T36" fmla="*/ 39 w 68"/>
                <a:gd name="T37" fmla="*/ 51 h 156"/>
                <a:gd name="T38" fmla="*/ 39 w 68"/>
                <a:gd name="T39" fmla="*/ 123 h 156"/>
                <a:gd name="T40" fmla="*/ 41 w 68"/>
                <a:gd name="T41" fmla="*/ 133 h 156"/>
                <a:gd name="T42" fmla="*/ 49 w 68"/>
                <a:gd name="T43" fmla="*/ 137 h 156"/>
                <a:gd name="T44" fmla="*/ 56 w 68"/>
                <a:gd name="T45" fmla="*/ 137 h 156"/>
                <a:gd name="T46" fmla="*/ 61 w 68"/>
                <a:gd name="T47" fmla="*/ 137 h 156"/>
                <a:gd name="T48" fmla="*/ 68 w 68"/>
                <a:gd name="T49" fmla="*/ 142 h 156"/>
                <a:gd name="T50" fmla="*/ 68 w 68"/>
                <a:gd name="T51" fmla="*/ 154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68" h="156">
                  <a:moveTo>
                    <a:pt x="68" y="154"/>
                  </a:moveTo>
                  <a:cubicBezTo>
                    <a:pt x="64" y="155"/>
                    <a:pt x="61" y="155"/>
                    <a:pt x="58" y="156"/>
                  </a:cubicBezTo>
                  <a:cubicBezTo>
                    <a:pt x="54" y="156"/>
                    <a:pt x="51" y="156"/>
                    <a:pt x="47" y="156"/>
                  </a:cubicBezTo>
                  <a:cubicBezTo>
                    <a:pt x="36" y="156"/>
                    <a:pt x="27" y="154"/>
                    <a:pt x="22" y="149"/>
                  </a:cubicBezTo>
                  <a:cubicBezTo>
                    <a:pt x="17" y="144"/>
                    <a:pt x="14" y="136"/>
                    <a:pt x="14" y="125"/>
                  </a:cubicBezTo>
                  <a:cubicBezTo>
                    <a:pt x="14" y="51"/>
                    <a:pt x="14" y="51"/>
                    <a:pt x="14" y="51"/>
                  </a:cubicBezTo>
                  <a:cubicBezTo>
                    <a:pt x="6" y="51"/>
                    <a:pt x="6" y="51"/>
                    <a:pt x="6" y="51"/>
                  </a:cubicBezTo>
                  <a:cubicBezTo>
                    <a:pt x="2" y="51"/>
                    <a:pt x="0" y="50"/>
                    <a:pt x="0" y="46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33" y="0"/>
                    <a:pt x="33" y="0"/>
                    <a:pt x="33" y="0"/>
                  </a:cubicBezTo>
                  <a:cubicBezTo>
                    <a:pt x="37" y="0"/>
                    <a:pt x="39" y="2"/>
                    <a:pt x="39" y="6"/>
                  </a:cubicBezTo>
                  <a:cubicBezTo>
                    <a:pt x="39" y="32"/>
                    <a:pt x="39" y="32"/>
                    <a:pt x="39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4" y="32"/>
                    <a:pt x="65" y="33"/>
                    <a:pt x="66" y="34"/>
                  </a:cubicBezTo>
                  <a:cubicBezTo>
                    <a:pt x="67" y="35"/>
                    <a:pt x="68" y="36"/>
                    <a:pt x="68" y="38"/>
                  </a:cubicBezTo>
                  <a:cubicBezTo>
                    <a:pt x="68" y="51"/>
                    <a:pt x="68" y="51"/>
                    <a:pt x="68" y="51"/>
                  </a:cubicBezTo>
                  <a:cubicBezTo>
                    <a:pt x="39" y="51"/>
                    <a:pt x="39" y="51"/>
                    <a:pt x="39" y="51"/>
                  </a:cubicBezTo>
                  <a:cubicBezTo>
                    <a:pt x="39" y="123"/>
                    <a:pt x="39" y="123"/>
                    <a:pt x="39" y="123"/>
                  </a:cubicBezTo>
                  <a:cubicBezTo>
                    <a:pt x="39" y="128"/>
                    <a:pt x="39" y="131"/>
                    <a:pt x="41" y="133"/>
                  </a:cubicBezTo>
                  <a:cubicBezTo>
                    <a:pt x="42" y="136"/>
                    <a:pt x="45" y="137"/>
                    <a:pt x="49" y="137"/>
                  </a:cubicBezTo>
                  <a:cubicBezTo>
                    <a:pt x="52" y="137"/>
                    <a:pt x="54" y="137"/>
                    <a:pt x="56" y="137"/>
                  </a:cubicBezTo>
                  <a:cubicBezTo>
                    <a:pt x="58" y="137"/>
                    <a:pt x="60" y="137"/>
                    <a:pt x="61" y="137"/>
                  </a:cubicBezTo>
                  <a:cubicBezTo>
                    <a:pt x="66" y="137"/>
                    <a:pt x="68" y="139"/>
                    <a:pt x="68" y="142"/>
                  </a:cubicBezTo>
                  <a:lnTo>
                    <a:pt x="68" y="15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3" name="Freeform 17"/>
            <p:cNvSpPr>
              <a:spLocks noEditPoints="1"/>
            </p:cNvSpPr>
            <p:nvPr/>
          </p:nvSpPr>
          <p:spPr bwMode="black">
            <a:xfrm>
              <a:off x="8075610" y="3040059"/>
              <a:ext cx="112713" cy="633412"/>
            </a:xfrm>
            <a:custGeom>
              <a:avLst/>
              <a:gdLst>
                <a:gd name="T0" fmla="*/ 15 w 30"/>
                <a:gd name="T1" fmla="*/ 26 h 167"/>
                <a:gd name="T2" fmla="*/ 3 w 30"/>
                <a:gd name="T3" fmla="*/ 23 h 167"/>
                <a:gd name="T4" fmla="*/ 0 w 30"/>
                <a:gd name="T5" fmla="*/ 13 h 167"/>
                <a:gd name="T6" fmla="*/ 3 w 30"/>
                <a:gd name="T7" fmla="*/ 3 h 167"/>
                <a:gd name="T8" fmla="*/ 15 w 30"/>
                <a:gd name="T9" fmla="*/ 0 h 167"/>
                <a:gd name="T10" fmla="*/ 26 w 30"/>
                <a:gd name="T11" fmla="*/ 3 h 167"/>
                <a:gd name="T12" fmla="*/ 30 w 30"/>
                <a:gd name="T13" fmla="*/ 13 h 167"/>
                <a:gd name="T14" fmla="*/ 26 w 30"/>
                <a:gd name="T15" fmla="*/ 23 h 167"/>
                <a:gd name="T16" fmla="*/ 15 w 30"/>
                <a:gd name="T17" fmla="*/ 26 h 167"/>
                <a:gd name="T18" fmla="*/ 27 w 30"/>
                <a:gd name="T19" fmla="*/ 167 h 167"/>
                <a:gd name="T20" fmla="*/ 8 w 30"/>
                <a:gd name="T21" fmla="*/ 167 h 167"/>
                <a:gd name="T22" fmla="*/ 3 w 30"/>
                <a:gd name="T23" fmla="*/ 162 h 167"/>
                <a:gd name="T24" fmla="*/ 3 w 30"/>
                <a:gd name="T25" fmla="*/ 45 h 167"/>
                <a:gd name="T26" fmla="*/ 21 w 30"/>
                <a:gd name="T27" fmla="*/ 45 h 167"/>
                <a:gd name="T28" fmla="*/ 27 w 30"/>
                <a:gd name="T29" fmla="*/ 51 h 167"/>
                <a:gd name="T30" fmla="*/ 27 w 30"/>
                <a:gd name="T31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0" h="167">
                  <a:moveTo>
                    <a:pt x="15" y="26"/>
                  </a:moveTo>
                  <a:cubicBezTo>
                    <a:pt x="9" y="26"/>
                    <a:pt x="6" y="25"/>
                    <a:pt x="3" y="23"/>
                  </a:cubicBezTo>
                  <a:cubicBezTo>
                    <a:pt x="1" y="21"/>
                    <a:pt x="0" y="18"/>
                    <a:pt x="0" y="13"/>
                  </a:cubicBezTo>
                  <a:cubicBezTo>
                    <a:pt x="0" y="8"/>
                    <a:pt x="1" y="5"/>
                    <a:pt x="3" y="3"/>
                  </a:cubicBezTo>
                  <a:cubicBezTo>
                    <a:pt x="6" y="1"/>
                    <a:pt x="9" y="0"/>
                    <a:pt x="15" y="0"/>
                  </a:cubicBezTo>
                  <a:cubicBezTo>
                    <a:pt x="20" y="0"/>
                    <a:pt x="24" y="1"/>
                    <a:pt x="26" y="3"/>
                  </a:cubicBezTo>
                  <a:cubicBezTo>
                    <a:pt x="28" y="5"/>
                    <a:pt x="30" y="8"/>
                    <a:pt x="30" y="13"/>
                  </a:cubicBezTo>
                  <a:cubicBezTo>
                    <a:pt x="30" y="18"/>
                    <a:pt x="28" y="21"/>
                    <a:pt x="26" y="23"/>
                  </a:cubicBezTo>
                  <a:cubicBezTo>
                    <a:pt x="24" y="25"/>
                    <a:pt x="20" y="26"/>
                    <a:pt x="15" y="26"/>
                  </a:cubicBezTo>
                  <a:close/>
                  <a:moveTo>
                    <a:pt x="27" y="167"/>
                  </a:moveTo>
                  <a:cubicBezTo>
                    <a:pt x="8" y="167"/>
                    <a:pt x="8" y="167"/>
                    <a:pt x="8" y="167"/>
                  </a:cubicBezTo>
                  <a:cubicBezTo>
                    <a:pt x="5" y="167"/>
                    <a:pt x="3" y="165"/>
                    <a:pt x="3" y="162"/>
                  </a:cubicBezTo>
                  <a:cubicBezTo>
                    <a:pt x="3" y="45"/>
                    <a:pt x="3" y="45"/>
                    <a:pt x="3" y="45"/>
                  </a:cubicBezTo>
                  <a:cubicBezTo>
                    <a:pt x="21" y="45"/>
                    <a:pt x="21" y="45"/>
                    <a:pt x="21" y="45"/>
                  </a:cubicBezTo>
                  <a:cubicBezTo>
                    <a:pt x="25" y="45"/>
                    <a:pt x="27" y="47"/>
                    <a:pt x="27" y="51"/>
                  </a:cubicBezTo>
                  <a:lnTo>
                    <a:pt x="27" y="1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black">
            <a:xfrm>
              <a:off x="8289928" y="3201985"/>
              <a:ext cx="363537" cy="471486"/>
            </a:xfrm>
            <a:custGeom>
              <a:avLst/>
              <a:gdLst>
                <a:gd name="T0" fmla="*/ 5 w 97"/>
                <a:gd name="T1" fmla="*/ 124 h 124"/>
                <a:gd name="T2" fmla="*/ 0 w 97"/>
                <a:gd name="T3" fmla="*/ 119 h 124"/>
                <a:gd name="T4" fmla="*/ 0 w 97"/>
                <a:gd name="T5" fmla="*/ 2 h 124"/>
                <a:gd name="T6" fmla="*/ 14 w 97"/>
                <a:gd name="T7" fmla="*/ 2 h 124"/>
                <a:gd name="T8" fmla="*/ 19 w 97"/>
                <a:gd name="T9" fmla="*/ 3 h 124"/>
                <a:gd name="T10" fmla="*/ 21 w 97"/>
                <a:gd name="T11" fmla="*/ 8 h 124"/>
                <a:gd name="T12" fmla="*/ 22 w 97"/>
                <a:gd name="T13" fmla="*/ 16 h 124"/>
                <a:gd name="T14" fmla="*/ 60 w 97"/>
                <a:gd name="T15" fmla="*/ 0 h 124"/>
                <a:gd name="T16" fmla="*/ 88 w 97"/>
                <a:gd name="T17" fmla="*/ 11 h 124"/>
                <a:gd name="T18" fmla="*/ 97 w 97"/>
                <a:gd name="T19" fmla="*/ 41 h 124"/>
                <a:gd name="T20" fmla="*/ 97 w 97"/>
                <a:gd name="T21" fmla="*/ 124 h 124"/>
                <a:gd name="T22" fmla="*/ 78 w 97"/>
                <a:gd name="T23" fmla="*/ 124 h 124"/>
                <a:gd name="T24" fmla="*/ 74 w 97"/>
                <a:gd name="T25" fmla="*/ 123 h 124"/>
                <a:gd name="T26" fmla="*/ 72 w 97"/>
                <a:gd name="T27" fmla="*/ 119 h 124"/>
                <a:gd name="T28" fmla="*/ 72 w 97"/>
                <a:gd name="T29" fmla="*/ 43 h 124"/>
                <a:gd name="T30" fmla="*/ 67 w 97"/>
                <a:gd name="T31" fmla="*/ 25 h 124"/>
                <a:gd name="T32" fmla="*/ 52 w 97"/>
                <a:gd name="T33" fmla="*/ 20 h 124"/>
                <a:gd name="T34" fmla="*/ 35 w 97"/>
                <a:gd name="T35" fmla="*/ 24 h 124"/>
                <a:gd name="T36" fmla="*/ 24 w 97"/>
                <a:gd name="T37" fmla="*/ 32 h 124"/>
                <a:gd name="T38" fmla="*/ 24 w 97"/>
                <a:gd name="T39" fmla="*/ 124 h 124"/>
                <a:gd name="T40" fmla="*/ 5 w 97"/>
                <a:gd name="T41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97" h="124">
                  <a:moveTo>
                    <a:pt x="5" y="124"/>
                  </a:moveTo>
                  <a:cubicBezTo>
                    <a:pt x="2" y="124"/>
                    <a:pt x="0" y="122"/>
                    <a:pt x="0" y="119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6" y="2"/>
                    <a:pt x="18" y="3"/>
                    <a:pt x="19" y="3"/>
                  </a:cubicBezTo>
                  <a:cubicBezTo>
                    <a:pt x="20" y="4"/>
                    <a:pt x="21" y="6"/>
                    <a:pt x="21" y="8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32" y="5"/>
                    <a:pt x="45" y="0"/>
                    <a:pt x="60" y="0"/>
                  </a:cubicBezTo>
                  <a:cubicBezTo>
                    <a:pt x="73" y="0"/>
                    <a:pt x="83" y="3"/>
                    <a:pt x="88" y="11"/>
                  </a:cubicBezTo>
                  <a:cubicBezTo>
                    <a:pt x="94" y="19"/>
                    <a:pt x="97" y="29"/>
                    <a:pt x="97" y="41"/>
                  </a:cubicBezTo>
                  <a:cubicBezTo>
                    <a:pt x="97" y="124"/>
                    <a:pt x="97" y="124"/>
                    <a:pt x="97" y="124"/>
                  </a:cubicBezTo>
                  <a:cubicBezTo>
                    <a:pt x="78" y="124"/>
                    <a:pt x="78" y="124"/>
                    <a:pt x="78" y="124"/>
                  </a:cubicBezTo>
                  <a:cubicBezTo>
                    <a:pt x="76" y="124"/>
                    <a:pt x="75" y="124"/>
                    <a:pt x="74" y="123"/>
                  </a:cubicBezTo>
                  <a:cubicBezTo>
                    <a:pt x="73" y="122"/>
                    <a:pt x="72" y="121"/>
                    <a:pt x="72" y="119"/>
                  </a:cubicBezTo>
                  <a:cubicBezTo>
                    <a:pt x="72" y="43"/>
                    <a:pt x="72" y="43"/>
                    <a:pt x="72" y="43"/>
                  </a:cubicBezTo>
                  <a:cubicBezTo>
                    <a:pt x="72" y="35"/>
                    <a:pt x="71" y="29"/>
                    <a:pt x="67" y="25"/>
                  </a:cubicBezTo>
                  <a:cubicBezTo>
                    <a:pt x="64" y="22"/>
                    <a:pt x="59" y="20"/>
                    <a:pt x="52" y="20"/>
                  </a:cubicBezTo>
                  <a:cubicBezTo>
                    <a:pt x="45" y="20"/>
                    <a:pt x="40" y="21"/>
                    <a:pt x="35" y="24"/>
                  </a:cubicBezTo>
                  <a:cubicBezTo>
                    <a:pt x="30" y="27"/>
                    <a:pt x="27" y="29"/>
                    <a:pt x="24" y="32"/>
                  </a:cubicBezTo>
                  <a:cubicBezTo>
                    <a:pt x="24" y="124"/>
                    <a:pt x="24" y="124"/>
                    <a:pt x="24" y="124"/>
                  </a:cubicBezTo>
                  <a:lnTo>
                    <a:pt x="5" y="1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  <p:sp>
          <p:nvSpPr>
            <p:cNvPr id="25" name="Freeform 19"/>
            <p:cNvSpPr>
              <a:spLocks noEditPoints="1"/>
            </p:cNvSpPr>
            <p:nvPr/>
          </p:nvSpPr>
          <p:spPr bwMode="black">
            <a:xfrm>
              <a:off x="8751889" y="3201988"/>
              <a:ext cx="390524" cy="635000"/>
            </a:xfrm>
            <a:custGeom>
              <a:avLst/>
              <a:gdLst>
                <a:gd name="T0" fmla="*/ 0 w 104"/>
                <a:gd name="T1" fmla="*/ 62 h 167"/>
                <a:gd name="T2" fmla="*/ 3 w 104"/>
                <a:gd name="T3" fmla="*/ 32 h 167"/>
                <a:gd name="T4" fmla="*/ 14 w 104"/>
                <a:gd name="T5" fmla="*/ 13 h 167"/>
                <a:gd name="T6" fmla="*/ 32 w 104"/>
                <a:gd name="T7" fmla="*/ 3 h 167"/>
                <a:gd name="T8" fmla="*/ 58 w 104"/>
                <a:gd name="T9" fmla="*/ 0 h 167"/>
                <a:gd name="T10" fmla="*/ 78 w 104"/>
                <a:gd name="T11" fmla="*/ 1 h 167"/>
                <a:gd name="T12" fmla="*/ 95 w 104"/>
                <a:gd name="T13" fmla="*/ 4 h 167"/>
                <a:gd name="T14" fmla="*/ 102 w 104"/>
                <a:gd name="T15" fmla="*/ 6 h 167"/>
                <a:gd name="T16" fmla="*/ 104 w 104"/>
                <a:gd name="T17" fmla="*/ 12 h 167"/>
                <a:gd name="T18" fmla="*/ 104 w 104"/>
                <a:gd name="T19" fmla="*/ 22 h 167"/>
                <a:gd name="T20" fmla="*/ 95 w 104"/>
                <a:gd name="T21" fmla="*/ 22 h 167"/>
                <a:gd name="T22" fmla="*/ 96 w 104"/>
                <a:gd name="T23" fmla="*/ 52 h 167"/>
                <a:gd name="T24" fmla="*/ 96 w 104"/>
                <a:gd name="T25" fmla="*/ 81 h 167"/>
                <a:gd name="T26" fmla="*/ 96 w 104"/>
                <a:gd name="T27" fmla="*/ 124 h 167"/>
                <a:gd name="T28" fmla="*/ 85 w 104"/>
                <a:gd name="T29" fmla="*/ 156 h 167"/>
                <a:gd name="T30" fmla="*/ 48 w 104"/>
                <a:gd name="T31" fmla="*/ 167 h 167"/>
                <a:gd name="T32" fmla="*/ 39 w 104"/>
                <a:gd name="T33" fmla="*/ 167 h 167"/>
                <a:gd name="T34" fmla="*/ 30 w 104"/>
                <a:gd name="T35" fmla="*/ 166 h 167"/>
                <a:gd name="T36" fmla="*/ 20 w 104"/>
                <a:gd name="T37" fmla="*/ 164 h 167"/>
                <a:gd name="T38" fmla="*/ 13 w 104"/>
                <a:gd name="T39" fmla="*/ 162 h 167"/>
                <a:gd name="T40" fmla="*/ 9 w 104"/>
                <a:gd name="T41" fmla="*/ 159 h 167"/>
                <a:gd name="T42" fmla="*/ 8 w 104"/>
                <a:gd name="T43" fmla="*/ 155 h 167"/>
                <a:gd name="T44" fmla="*/ 8 w 104"/>
                <a:gd name="T45" fmla="*/ 145 h 167"/>
                <a:gd name="T46" fmla="*/ 25 w 104"/>
                <a:gd name="T47" fmla="*/ 147 h 167"/>
                <a:gd name="T48" fmla="*/ 41 w 104"/>
                <a:gd name="T49" fmla="*/ 147 h 167"/>
                <a:gd name="T50" fmla="*/ 65 w 104"/>
                <a:gd name="T51" fmla="*/ 142 h 167"/>
                <a:gd name="T52" fmla="*/ 72 w 104"/>
                <a:gd name="T53" fmla="*/ 126 h 167"/>
                <a:gd name="T54" fmla="*/ 72 w 104"/>
                <a:gd name="T55" fmla="*/ 111 h 167"/>
                <a:gd name="T56" fmla="*/ 58 w 104"/>
                <a:gd name="T57" fmla="*/ 118 h 167"/>
                <a:gd name="T58" fmla="*/ 42 w 104"/>
                <a:gd name="T59" fmla="*/ 121 h 167"/>
                <a:gd name="T60" fmla="*/ 21 w 104"/>
                <a:gd name="T61" fmla="*/ 116 h 167"/>
                <a:gd name="T62" fmla="*/ 8 w 104"/>
                <a:gd name="T63" fmla="*/ 104 h 167"/>
                <a:gd name="T64" fmla="*/ 2 w 104"/>
                <a:gd name="T65" fmla="*/ 86 h 167"/>
                <a:gd name="T66" fmla="*/ 0 w 104"/>
                <a:gd name="T67" fmla="*/ 62 h 167"/>
                <a:gd name="T68" fmla="*/ 24 w 104"/>
                <a:gd name="T69" fmla="*/ 62 h 167"/>
                <a:gd name="T70" fmla="*/ 25 w 104"/>
                <a:gd name="T71" fmla="*/ 81 h 167"/>
                <a:gd name="T72" fmla="*/ 30 w 104"/>
                <a:gd name="T73" fmla="*/ 93 h 167"/>
                <a:gd name="T74" fmla="*/ 38 w 104"/>
                <a:gd name="T75" fmla="*/ 100 h 167"/>
                <a:gd name="T76" fmla="*/ 49 w 104"/>
                <a:gd name="T77" fmla="*/ 102 h 167"/>
                <a:gd name="T78" fmla="*/ 62 w 104"/>
                <a:gd name="T79" fmla="*/ 100 h 167"/>
                <a:gd name="T80" fmla="*/ 72 w 104"/>
                <a:gd name="T81" fmla="*/ 94 h 167"/>
                <a:gd name="T82" fmla="*/ 72 w 104"/>
                <a:gd name="T83" fmla="*/ 20 h 167"/>
                <a:gd name="T84" fmla="*/ 65 w 104"/>
                <a:gd name="T85" fmla="*/ 20 h 167"/>
                <a:gd name="T86" fmla="*/ 57 w 104"/>
                <a:gd name="T87" fmla="*/ 19 h 167"/>
                <a:gd name="T88" fmla="*/ 42 w 104"/>
                <a:gd name="T89" fmla="*/ 21 h 167"/>
                <a:gd name="T90" fmla="*/ 32 w 104"/>
                <a:gd name="T91" fmla="*/ 27 h 167"/>
                <a:gd name="T92" fmla="*/ 26 w 104"/>
                <a:gd name="T93" fmla="*/ 40 h 167"/>
                <a:gd name="T94" fmla="*/ 24 w 104"/>
                <a:gd name="T95" fmla="*/ 62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04" h="167">
                  <a:moveTo>
                    <a:pt x="0" y="62"/>
                  </a:moveTo>
                  <a:cubicBezTo>
                    <a:pt x="0" y="50"/>
                    <a:pt x="1" y="40"/>
                    <a:pt x="3" y="32"/>
                  </a:cubicBezTo>
                  <a:cubicBezTo>
                    <a:pt x="5" y="24"/>
                    <a:pt x="9" y="18"/>
                    <a:pt x="14" y="13"/>
                  </a:cubicBezTo>
                  <a:cubicBezTo>
                    <a:pt x="19" y="9"/>
                    <a:pt x="25" y="5"/>
                    <a:pt x="32" y="3"/>
                  </a:cubicBezTo>
                  <a:cubicBezTo>
                    <a:pt x="39" y="1"/>
                    <a:pt x="48" y="0"/>
                    <a:pt x="58" y="0"/>
                  </a:cubicBezTo>
                  <a:cubicBezTo>
                    <a:pt x="64" y="0"/>
                    <a:pt x="71" y="1"/>
                    <a:pt x="78" y="1"/>
                  </a:cubicBezTo>
                  <a:cubicBezTo>
                    <a:pt x="84" y="2"/>
                    <a:pt x="90" y="3"/>
                    <a:pt x="95" y="4"/>
                  </a:cubicBezTo>
                  <a:cubicBezTo>
                    <a:pt x="98" y="4"/>
                    <a:pt x="100" y="5"/>
                    <a:pt x="102" y="6"/>
                  </a:cubicBezTo>
                  <a:cubicBezTo>
                    <a:pt x="103" y="7"/>
                    <a:pt x="104" y="9"/>
                    <a:pt x="104" y="12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95" y="22"/>
                    <a:pt x="95" y="22"/>
                    <a:pt x="95" y="22"/>
                  </a:cubicBezTo>
                  <a:cubicBezTo>
                    <a:pt x="96" y="32"/>
                    <a:pt x="96" y="42"/>
                    <a:pt x="96" y="52"/>
                  </a:cubicBezTo>
                  <a:cubicBezTo>
                    <a:pt x="96" y="62"/>
                    <a:pt x="96" y="71"/>
                    <a:pt x="96" y="81"/>
                  </a:cubicBezTo>
                  <a:cubicBezTo>
                    <a:pt x="96" y="124"/>
                    <a:pt x="96" y="124"/>
                    <a:pt x="96" y="124"/>
                  </a:cubicBezTo>
                  <a:cubicBezTo>
                    <a:pt x="96" y="138"/>
                    <a:pt x="92" y="149"/>
                    <a:pt x="85" y="156"/>
                  </a:cubicBezTo>
                  <a:cubicBezTo>
                    <a:pt x="77" y="163"/>
                    <a:pt x="65" y="167"/>
                    <a:pt x="48" y="167"/>
                  </a:cubicBezTo>
                  <a:cubicBezTo>
                    <a:pt x="46" y="167"/>
                    <a:pt x="43" y="167"/>
                    <a:pt x="39" y="167"/>
                  </a:cubicBezTo>
                  <a:cubicBezTo>
                    <a:pt x="36" y="166"/>
                    <a:pt x="33" y="166"/>
                    <a:pt x="30" y="166"/>
                  </a:cubicBezTo>
                  <a:cubicBezTo>
                    <a:pt x="26" y="165"/>
                    <a:pt x="23" y="165"/>
                    <a:pt x="20" y="164"/>
                  </a:cubicBezTo>
                  <a:cubicBezTo>
                    <a:pt x="17" y="164"/>
                    <a:pt x="15" y="163"/>
                    <a:pt x="13" y="162"/>
                  </a:cubicBezTo>
                  <a:cubicBezTo>
                    <a:pt x="11" y="161"/>
                    <a:pt x="10" y="160"/>
                    <a:pt x="9" y="159"/>
                  </a:cubicBezTo>
                  <a:cubicBezTo>
                    <a:pt x="8" y="158"/>
                    <a:pt x="8" y="157"/>
                    <a:pt x="8" y="155"/>
                  </a:cubicBezTo>
                  <a:cubicBezTo>
                    <a:pt x="8" y="145"/>
                    <a:pt x="8" y="145"/>
                    <a:pt x="8" y="145"/>
                  </a:cubicBezTo>
                  <a:cubicBezTo>
                    <a:pt x="14" y="146"/>
                    <a:pt x="19" y="146"/>
                    <a:pt x="25" y="147"/>
                  </a:cubicBezTo>
                  <a:cubicBezTo>
                    <a:pt x="31" y="147"/>
                    <a:pt x="36" y="147"/>
                    <a:pt x="41" y="147"/>
                  </a:cubicBezTo>
                  <a:cubicBezTo>
                    <a:pt x="53" y="147"/>
                    <a:pt x="61" y="146"/>
                    <a:pt x="65" y="142"/>
                  </a:cubicBezTo>
                  <a:cubicBezTo>
                    <a:pt x="70" y="139"/>
                    <a:pt x="72" y="134"/>
                    <a:pt x="72" y="126"/>
                  </a:cubicBezTo>
                  <a:cubicBezTo>
                    <a:pt x="72" y="111"/>
                    <a:pt x="72" y="111"/>
                    <a:pt x="72" y="111"/>
                  </a:cubicBezTo>
                  <a:cubicBezTo>
                    <a:pt x="68" y="114"/>
                    <a:pt x="63" y="116"/>
                    <a:pt x="58" y="118"/>
                  </a:cubicBezTo>
                  <a:cubicBezTo>
                    <a:pt x="54" y="120"/>
                    <a:pt x="48" y="121"/>
                    <a:pt x="42" y="121"/>
                  </a:cubicBezTo>
                  <a:cubicBezTo>
                    <a:pt x="33" y="121"/>
                    <a:pt x="26" y="119"/>
                    <a:pt x="21" y="116"/>
                  </a:cubicBezTo>
                  <a:cubicBezTo>
                    <a:pt x="16" y="114"/>
                    <a:pt x="11" y="109"/>
                    <a:pt x="8" y="104"/>
                  </a:cubicBezTo>
                  <a:cubicBezTo>
                    <a:pt x="5" y="99"/>
                    <a:pt x="3" y="93"/>
                    <a:pt x="2" y="86"/>
                  </a:cubicBezTo>
                  <a:cubicBezTo>
                    <a:pt x="0" y="79"/>
                    <a:pt x="0" y="71"/>
                    <a:pt x="0" y="62"/>
                  </a:cubicBezTo>
                  <a:close/>
                  <a:moveTo>
                    <a:pt x="24" y="62"/>
                  </a:moveTo>
                  <a:cubicBezTo>
                    <a:pt x="24" y="69"/>
                    <a:pt x="24" y="76"/>
                    <a:pt x="25" y="81"/>
                  </a:cubicBezTo>
                  <a:cubicBezTo>
                    <a:pt x="26" y="86"/>
                    <a:pt x="28" y="90"/>
                    <a:pt x="30" y="93"/>
                  </a:cubicBezTo>
                  <a:cubicBezTo>
                    <a:pt x="32" y="96"/>
                    <a:pt x="34" y="99"/>
                    <a:pt x="38" y="100"/>
                  </a:cubicBezTo>
                  <a:cubicBezTo>
                    <a:pt x="41" y="101"/>
                    <a:pt x="44" y="102"/>
                    <a:pt x="49" y="102"/>
                  </a:cubicBezTo>
                  <a:cubicBezTo>
                    <a:pt x="54" y="102"/>
                    <a:pt x="58" y="101"/>
                    <a:pt x="62" y="100"/>
                  </a:cubicBezTo>
                  <a:cubicBezTo>
                    <a:pt x="65" y="98"/>
                    <a:pt x="69" y="96"/>
                    <a:pt x="72" y="94"/>
                  </a:cubicBezTo>
                  <a:cubicBezTo>
                    <a:pt x="72" y="20"/>
                    <a:pt x="72" y="20"/>
                    <a:pt x="72" y="20"/>
                  </a:cubicBezTo>
                  <a:cubicBezTo>
                    <a:pt x="70" y="20"/>
                    <a:pt x="67" y="20"/>
                    <a:pt x="65" y="20"/>
                  </a:cubicBezTo>
                  <a:cubicBezTo>
                    <a:pt x="62" y="19"/>
                    <a:pt x="59" y="19"/>
                    <a:pt x="57" y="19"/>
                  </a:cubicBezTo>
                  <a:cubicBezTo>
                    <a:pt x="51" y="19"/>
                    <a:pt x="46" y="20"/>
                    <a:pt x="42" y="21"/>
                  </a:cubicBezTo>
                  <a:cubicBezTo>
                    <a:pt x="38" y="22"/>
                    <a:pt x="34" y="24"/>
                    <a:pt x="32" y="27"/>
                  </a:cubicBezTo>
                  <a:cubicBezTo>
                    <a:pt x="29" y="31"/>
                    <a:pt x="27" y="35"/>
                    <a:pt x="26" y="40"/>
                  </a:cubicBezTo>
                  <a:cubicBezTo>
                    <a:pt x="24" y="46"/>
                    <a:pt x="24" y="53"/>
                    <a:pt x="24" y="6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</p:grpSp>
      <p:sp>
        <p:nvSpPr>
          <p:cNvPr id="9" name="Freeform 5"/>
          <p:cNvSpPr>
            <a:spLocks noChangeAspect="1" noEditPoints="1"/>
          </p:cNvSpPr>
          <p:nvPr/>
        </p:nvSpPr>
        <p:spPr bwMode="invGray">
          <a:xfrm>
            <a:off x="8912091" y="5822416"/>
            <a:ext cx="656279" cy="656108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sz="1799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9144000" cy="1828800"/>
          </a:xfrm>
        </p:spPr>
        <p:txBody>
          <a:bodyPr anchor="t"/>
          <a:lstStyle>
            <a:lvl1pPr>
              <a:defRPr sz="4999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2B758D-00EA-4311-B317-BEFEF3C04851}" type="datetime1">
              <a:rPr lang="en-US" smtClean="0"/>
              <a:t>4/28/2026</a:t>
            </a:fld>
            <a:endParaRPr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3825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  <p15:guide id="3" pos="7367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Option 3">
    <p:bg bwMode="ltGray"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 bwMode="black">
          <a:xfrm>
            <a:off x="3360816" y="2599124"/>
            <a:ext cx="5470369" cy="1287076"/>
            <a:chOff x="4856883" y="4633091"/>
            <a:chExt cx="2787883" cy="656108"/>
          </a:xfrm>
        </p:grpSpPr>
        <p:grpSp>
          <p:nvGrpSpPr>
            <p:cNvPr id="26" name="Group 25"/>
            <p:cNvGrpSpPr/>
            <p:nvPr/>
          </p:nvGrpSpPr>
          <p:grpSpPr bwMode="black">
            <a:xfrm>
              <a:off x="5713412" y="4854308"/>
              <a:ext cx="1931354" cy="258521"/>
              <a:chOff x="3046414" y="3021011"/>
              <a:chExt cx="6095999" cy="815977"/>
            </a:xfrm>
          </p:grpSpPr>
          <p:sp>
            <p:nvSpPr>
              <p:cNvPr id="11" name="Freeform 5"/>
              <p:cNvSpPr>
                <a:spLocks/>
              </p:cNvSpPr>
              <p:nvPr/>
            </p:nvSpPr>
            <p:spPr bwMode="black">
              <a:xfrm>
                <a:off x="3046414" y="3021011"/>
                <a:ext cx="371475" cy="652464"/>
              </a:xfrm>
              <a:custGeom>
                <a:avLst/>
                <a:gdLst>
                  <a:gd name="T0" fmla="*/ 0 w 99"/>
                  <a:gd name="T1" fmla="*/ 0 h 172"/>
                  <a:gd name="T2" fmla="*/ 18 w 99"/>
                  <a:gd name="T3" fmla="*/ 0 h 172"/>
                  <a:gd name="T4" fmla="*/ 22 w 99"/>
                  <a:gd name="T5" fmla="*/ 1 h 172"/>
                  <a:gd name="T6" fmla="*/ 24 w 99"/>
                  <a:gd name="T7" fmla="*/ 6 h 172"/>
                  <a:gd name="T8" fmla="*/ 24 w 99"/>
                  <a:gd name="T9" fmla="*/ 101 h 172"/>
                  <a:gd name="T10" fmla="*/ 51 w 99"/>
                  <a:gd name="T11" fmla="*/ 74 h 172"/>
                  <a:gd name="T12" fmla="*/ 70 w 99"/>
                  <a:gd name="T13" fmla="*/ 50 h 172"/>
                  <a:gd name="T14" fmla="*/ 88 w 99"/>
                  <a:gd name="T15" fmla="*/ 50 h 172"/>
                  <a:gd name="T16" fmla="*/ 92 w 99"/>
                  <a:gd name="T17" fmla="*/ 54 h 172"/>
                  <a:gd name="T18" fmla="*/ 90 w 99"/>
                  <a:gd name="T19" fmla="*/ 60 h 172"/>
                  <a:gd name="T20" fmla="*/ 83 w 99"/>
                  <a:gd name="T21" fmla="*/ 69 h 172"/>
                  <a:gd name="T22" fmla="*/ 73 w 99"/>
                  <a:gd name="T23" fmla="*/ 81 h 172"/>
                  <a:gd name="T24" fmla="*/ 60 w 99"/>
                  <a:gd name="T25" fmla="*/ 94 h 172"/>
                  <a:gd name="T26" fmla="*/ 45 w 99"/>
                  <a:gd name="T27" fmla="*/ 107 h 172"/>
                  <a:gd name="T28" fmla="*/ 61 w 99"/>
                  <a:gd name="T29" fmla="*/ 122 h 172"/>
                  <a:gd name="T30" fmla="*/ 75 w 99"/>
                  <a:gd name="T31" fmla="*/ 137 h 172"/>
                  <a:gd name="T32" fmla="*/ 88 w 99"/>
                  <a:gd name="T33" fmla="*/ 153 h 172"/>
                  <a:gd name="T34" fmla="*/ 99 w 99"/>
                  <a:gd name="T35" fmla="*/ 172 h 172"/>
                  <a:gd name="T36" fmla="*/ 77 w 99"/>
                  <a:gd name="T37" fmla="*/ 172 h 172"/>
                  <a:gd name="T38" fmla="*/ 72 w 99"/>
                  <a:gd name="T39" fmla="*/ 171 h 172"/>
                  <a:gd name="T40" fmla="*/ 69 w 99"/>
                  <a:gd name="T41" fmla="*/ 167 h 172"/>
                  <a:gd name="T42" fmla="*/ 61 w 99"/>
                  <a:gd name="T43" fmla="*/ 153 h 172"/>
                  <a:gd name="T44" fmla="*/ 50 w 99"/>
                  <a:gd name="T45" fmla="*/ 141 h 172"/>
                  <a:gd name="T46" fmla="*/ 38 w 99"/>
                  <a:gd name="T47" fmla="*/ 128 h 172"/>
                  <a:gd name="T48" fmla="*/ 24 w 99"/>
                  <a:gd name="T49" fmla="*/ 115 h 172"/>
                  <a:gd name="T50" fmla="*/ 24 w 99"/>
                  <a:gd name="T51" fmla="*/ 172 h 172"/>
                  <a:gd name="T52" fmla="*/ 5 w 99"/>
                  <a:gd name="T53" fmla="*/ 172 h 172"/>
                  <a:gd name="T54" fmla="*/ 0 w 99"/>
                  <a:gd name="T55" fmla="*/ 167 h 172"/>
                  <a:gd name="T56" fmla="*/ 0 w 99"/>
                  <a:gd name="T57" fmla="*/ 0 h 1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99" h="172">
                    <a:moveTo>
                      <a:pt x="0" y="0"/>
                    </a:moveTo>
                    <a:cubicBezTo>
                      <a:pt x="18" y="0"/>
                      <a:pt x="18" y="0"/>
                      <a:pt x="18" y="0"/>
                    </a:cubicBezTo>
                    <a:cubicBezTo>
                      <a:pt x="20" y="0"/>
                      <a:pt x="21" y="0"/>
                      <a:pt x="22" y="1"/>
                    </a:cubicBezTo>
                    <a:cubicBezTo>
                      <a:pt x="23" y="2"/>
                      <a:pt x="24" y="4"/>
                      <a:pt x="24" y="6"/>
                    </a:cubicBezTo>
                    <a:cubicBezTo>
                      <a:pt x="24" y="101"/>
                      <a:pt x="24" y="101"/>
                      <a:pt x="24" y="101"/>
                    </a:cubicBezTo>
                    <a:cubicBezTo>
                      <a:pt x="35" y="92"/>
                      <a:pt x="44" y="83"/>
                      <a:pt x="51" y="74"/>
                    </a:cubicBezTo>
                    <a:cubicBezTo>
                      <a:pt x="58" y="66"/>
                      <a:pt x="65" y="58"/>
                      <a:pt x="70" y="50"/>
                    </a:cubicBezTo>
                    <a:cubicBezTo>
                      <a:pt x="88" y="50"/>
                      <a:pt x="88" y="50"/>
                      <a:pt x="88" y="50"/>
                    </a:cubicBezTo>
                    <a:cubicBezTo>
                      <a:pt x="91" y="50"/>
                      <a:pt x="92" y="52"/>
                      <a:pt x="92" y="54"/>
                    </a:cubicBezTo>
                    <a:cubicBezTo>
                      <a:pt x="92" y="56"/>
                      <a:pt x="91" y="58"/>
                      <a:pt x="90" y="60"/>
                    </a:cubicBezTo>
                    <a:cubicBezTo>
                      <a:pt x="88" y="63"/>
                      <a:pt x="86" y="65"/>
                      <a:pt x="83" y="69"/>
                    </a:cubicBezTo>
                    <a:cubicBezTo>
                      <a:pt x="81" y="73"/>
                      <a:pt x="77" y="77"/>
                      <a:pt x="73" y="81"/>
                    </a:cubicBezTo>
                    <a:cubicBezTo>
                      <a:pt x="69" y="85"/>
                      <a:pt x="65" y="90"/>
                      <a:pt x="60" y="94"/>
                    </a:cubicBezTo>
                    <a:cubicBezTo>
                      <a:pt x="55" y="99"/>
                      <a:pt x="50" y="103"/>
                      <a:pt x="45" y="107"/>
                    </a:cubicBezTo>
                    <a:cubicBezTo>
                      <a:pt x="51" y="112"/>
                      <a:pt x="57" y="117"/>
                      <a:pt x="61" y="122"/>
                    </a:cubicBezTo>
                    <a:cubicBezTo>
                      <a:pt x="66" y="126"/>
                      <a:pt x="71" y="132"/>
                      <a:pt x="75" y="137"/>
                    </a:cubicBezTo>
                    <a:cubicBezTo>
                      <a:pt x="80" y="142"/>
                      <a:pt x="84" y="148"/>
                      <a:pt x="88" y="153"/>
                    </a:cubicBezTo>
                    <a:cubicBezTo>
                      <a:pt x="92" y="159"/>
                      <a:pt x="95" y="166"/>
                      <a:pt x="99" y="172"/>
                    </a:cubicBezTo>
                    <a:cubicBezTo>
                      <a:pt x="77" y="172"/>
                      <a:pt x="77" y="172"/>
                      <a:pt x="77" y="172"/>
                    </a:cubicBezTo>
                    <a:cubicBezTo>
                      <a:pt x="75" y="172"/>
                      <a:pt x="73" y="172"/>
                      <a:pt x="72" y="171"/>
                    </a:cubicBezTo>
                    <a:cubicBezTo>
                      <a:pt x="71" y="170"/>
                      <a:pt x="70" y="169"/>
                      <a:pt x="69" y="167"/>
                    </a:cubicBezTo>
                    <a:cubicBezTo>
                      <a:pt x="67" y="162"/>
                      <a:pt x="64" y="158"/>
                      <a:pt x="61" y="153"/>
                    </a:cubicBezTo>
                    <a:cubicBezTo>
                      <a:pt x="57" y="149"/>
                      <a:pt x="54" y="145"/>
                      <a:pt x="50" y="141"/>
                    </a:cubicBezTo>
                    <a:cubicBezTo>
                      <a:pt x="47" y="137"/>
                      <a:pt x="43" y="132"/>
                      <a:pt x="38" y="128"/>
                    </a:cubicBezTo>
                    <a:cubicBezTo>
                      <a:pt x="34" y="124"/>
                      <a:pt x="29" y="119"/>
                      <a:pt x="24" y="115"/>
                    </a:cubicBezTo>
                    <a:cubicBezTo>
                      <a:pt x="24" y="172"/>
                      <a:pt x="24" y="172"/>
                      <a:pt x="24" y="172"/>
                    </a:cubicBezTo>
                    <a:cubicBezTo>
                      <a:pt x="5" y="172"/>
                      <a:pt x="5" y="172"/>
                      <a:pt x="5" y="172"/>
                    </a:cubicBezTo>
                    <a:cubicBezTo>
                      <a:pt x="2" y="172"/>
                      <a:pt x="0" y="170"/>
                      <a:pt x="0" y="167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2" name="Freeform 6"/>
              <p:cNvSpPr>
                <a:spLocks noEditPoints="1"/>
              </p:cNvSpPr>
              <p:nvPr/>
            </p:nvSpPr>
            <p:spPr bwMode="black">
              <a:xfrm>
                <a:off x="3444876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6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7 w 96"/>
                  <a:gd name="T19" fmla="*/ 126 h 128"/>
                  <a:gd name="T20" fmla="*/ 54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4 w 96"/>
                  <a:gd name="T27" fmla="*/ 94 h 128"/>
                  <a:gd name="T28" fmla="*/ 0 w 96"/>
                  <a:gd name="T29" fmla="*/ 65 h 128"/>
                  <a:gd name="T30" fmla="*/ 4 w 96"/>
                  <a:gd name="T31" fmla="*/ 35 h 128"/>
                  <a:gd name="T32" fmla="*/ 13 w 96"/>
                  <a:gd name="T33" fmla="*/ 15 h 128"/>
                  <a:gd name="T34" fmla="*/ 29 w 96"/>
                  <a:gd name="T35" fmla="*/ 4 h 128"/>
                  <a:gd name="T36" fmla="*/ 51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4 w 96"/>
                  <a:gd name="T49" fmla="*/ 73 h 128"/>
                  <a:gd name="T50" fmla="*/ 23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70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29 w 96"/>
                  <a:gd name="T65" fmla="*/ 29 h 128"/>
                  <a:gd name="T66" fmla="*/ 25 w 96"/>
                  <a:gd name="T67" fmla="*/ 40 h 128"/>
                  <a:gd name="T68" fmla="*/ 23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4" y="80"/>
                      <a:pt x="25" y="85"/>
                      <a:pt x="26" y="90"/>
                    </a:cubicBezTo>
                    <a:cubicBezTo>
                      <a:pt x="27" y="94"/>
                      <a:pt x="29" y="98"/>
                      <a:pt x="31" y="100"/>
                    </a:cubicBezTo>
                    <a:cubicBezTo>
                      <a:pt x="34" y="103"/>
                      <a:pt x="37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1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9" y="124"/>
                      <a:pt x="83" y="125"/>
                      <a:pt x="77" y="126"/>
                    </a:cubicBezTo>
                    <a:cubicBezTo>
                      <a:pt x="70" y="127"/>
                      <a:pt x="62" y="128"/>
                      <a:pt x="54" y="128"/>
                    </a:cubicBezTo>
                    <a:cubicBezTo>
                      <a:pt x="45" y="128"/>
                      <a:pt x="37" y="127"/>
                      <a:pt x="30" y="125"/>
                    </a:cubicBezTo>
                    <a:cubicBezTo>
                      <a:pt x="23" y="122"/>
                      <a:pt x="18" y="119"/>
                      <a:pt x="13" y="114"/>
                    </a:cubicBezTo>
                    <a:cubicBezTo>
                      <a:pt x="9" y="109"/>
                      <a:pt x="6" y="102"/>
                      <a:pt x="4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4" y="35"/>
                    </a:cubicBezTo>
                    <a:cubicBezTo>
                      <a:pt x="6" y="27"/>
                      <a:pt x="9" y="20"/>
                      <a:pt x="13" y="15"/>
                    </a:cubicBezTo>
                    <a:cubicBezTo>
                      <a:pt x="17" y="10"/>
                      <a:pt x="23" y="6"/>
                      <a:pt x="29" y="4"/>
                    </a:cubicBezTo>
                    <a:cubicBezTo>
                      <a:pt x="35" y="1"/>
                      <a:pt x="42" y="0"/>
                      <a:pt x="51" y="0"/>
                    </a:cubicBezTo>
                    <a:cubicBezTo>
                      <a:pt x="60" y="0"/>
                      <a:pt x="67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1" y="19"/>
                      <a:pt x="93" y="25"/>
                      <a:pt x="94" y="31"/>
                    </a:cubicBezTo>
                    <a:cubicBezTo>
                      <a:pt x="96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5" y="63"/>
                    </a:cubicBezTo>
                    <a:cubicBezTo>
                      <a:pt x="95" y="68"/>
                      <a:pt x="94" y="71"/>
                      <a:pt x="94" y="73"/>
                    </a:cubicBezTo>
                    <a:lnTo>
                      <a:pt x="23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70" y="26"/>
                    </a:cubicBezTo>
                    <a:cubicBezTo>
                      <a:pt x="67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2" y="25"/>
                      <a:pt x="29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4" y="50"/>
                      <a:pt x="23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3" name="Freeform 7"/>
              <p:cNvSpPr>
                <a:spLocks noEditPoints="1"/>
              </p:cNvSpPr>
              <p:nvPr/>
            </p:nvSpPr>
            <p:spPr bwMode="black">
              <a:xfrm>
                <a:off x="3890964" y="3198810"/>
                <a:ext cx="361949" cy="487363"/>
              </a:xfrm>
              <a:custGeom>
                <a:avLst/>
                <a:gdLst>
                  <a:gd name="T0" fmla="*/ 24 w 96"/>
                  <a:gd name="T1" fmla="*/ 73 h 128"/>
                  <a:gd name="T2" fmla="*/ 26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7 w 96"/>
                  <a:gd name="T19" fmla="*/ 126 h 128"/>
                  <a:gd name="T20" fmla="*/ 54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4 w 96"/>
                  <a:gd name="T27" fmla="*/ 94 h 128"/>
                  <a:gd name="T28" fmla="*/ 0 w 96"/>
                  <a:gd name="T29" fmla="*/ 65 h 128"/>
                  <a:gd name="T30" fmla="*/ 4 w 96"/>
                  <a:gd name="T31" fmla="*/ 35 h 128"/>
                  <a:gd name="T32" fmla="*/ 13 w 96"/>
                  <a:gd name="T33" fmla="*/ 15 h 128"/>
                  <a:gd name="T34" fmla="*/ 29 w 96"/>
                  <a:gd name="T35" fmla="*/ 4 h 128"/>
                  <a:gd name="T36" fmla="*/ 51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6 w 96"/>
                  <a:gd name="T47" fmla="*/ 63 h 128"/>
                  <a:gd name="T48" fmla="*/ 94 w 96"/>
                  <a:gd name="T49" fmla="*/ 73 h 128"/>
                  <a:gd name="T50" fmla="*/ 24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70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30 w 96"/>
                  <a:gd name="T65" fmla="*/ 29 h 128"/>
                  <a:gd name="T66" fmla="*/ 25 w 96"/>
                  <a:gd name="T67" fmla="*/ 40 h 128"/>
                  <a:gd name="T68" fmla="*/ 24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4" y="73"/>
                    </a:moveTo>
                    <a:cubicBezTo>
                      <a:pt x="24" y="80"/>
                      <a:pt x="25" y="85"/>
                      <a:pt x="26" y="90"/>
                    </a:cubicBezTo>
                    <a:cubicBezTo>
                      <a:pt x="27" y="94"/>
                      <a:pt x="29" y="98"/>
                      <a:pt x="31" y="100"/>
                    </a:cubicBezTo>
                    <a:cubicBezTo>
                      <a:pt x="34" y="103"/>
                      <a:pt x="38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6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1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9" y="124"/>
                      <a:pt x="83" y="125"/>
                      <a:pt x="77" y="126"/>
                    </a:cubicBezTo>
                    <a:cubicBezTo>
                      <a:pt x="70" y="127"/>
                      <a:pt x="62" y="128"/>
                      <a:pt x="54" y="128"/>
                    </a:cubicBezTo>
                    <a:cubicBezTo>
                      <a:pt x="45" y="128"/>
                      <a:pt x="37" y="127"/>
                      <a:pt x="30" y="125"/>
                    </a:cubicBezTo>
                    <a:cubicBezTo>
                      <a:pt x="23" y="122"/>
                      <a:pt x="18" y="119"/>
                      <a:pt x="13" y="114"/>
                    </a:cubicBezTo>
                    <a:cubicBezTo>
                      <a:pt x="9" y="109"/>
                      <a:pt x="6" y="102"/>
                      <a:pt x="4" y="94"/>
                    </a:cubicBezTo>
                    <a:cubicBezTo>
                      <a:pt x="2" y="86"/>
                      <a:pt x="0" y="76"/>
                      <a:pt x="0" y="65"/>
                    </a:cubicBezTo>
                    <a:cubicBezTo>
                      <a:pt x="0" y="53"/>
                      <a:pt x="2" y="43"/>
                      <a:pt x="4" y="35"/>
                    </a:cubicBezTo>
                    <a:cubicBezTo>
                      <a:pt x="6" y="27"/>
                      <a:pt x="9" y="20"/>
                      <a:pt x="13" y="15"/>
                    </a:cubicBezTo>
                    <a:cubicBezTo>
                      <a:pt x="17" y="10"/>
                      <a:pt x="23" y="6"/>
                      <a:pt x="29" y="4"/>
                    </a:cubicBezTo>
                    <a:cubicBezTo>
                      <a:pt x="35" y="1"/>
                      <a:pt x="42" y="0"/>
                      <a:pt x="51" y="0"/>
                    </a:cubicBezTo>
                    <a:cubicBezTo>
                      <a:pt x="60" y="0"/>
                      <a:pt x="68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1" y="19"/>
                      <a:pt x="93" y="25"/>
                      <a:pt x="94" y="31"/>
                    </a:cubicBezTo>
                    <a:cubicBezTo>
                      <a:pt x="96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6" y="63"/>
                    </a:cubicBezTo>
                    <a:cubicBezTo>
                      <a:pt x="95" y="68"/>
                      <a:pt x="94" y="71"/>
                      <a:pt x="94" y="73"/>
                    </a:cubicBezTo>
                    <a:lnTo>
                      <a:pt x="24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70" y="26"/>
                    </a:cubicBezTo>
                    <a:cubicBezTo>
                      <a:pt x="67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2" y="25"/>
                      <a:pt x="30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4" y="50"/>
                      <a:pt x="24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4" name="Freeform 8"/>
              <p:cNvSpPr>
                <a:spLocks noEditPoints="1"/>
              </p:cNvSpPr>
              <p:nvPr/>
            </p:nvSpPr>
            <p:spPr bwMode="black">
              <a:xfrm>
                <a:off x="4327526" y="3201985"/>
                <a:ext cx="398462" cy="627062"/>
              </a:xfrm>
              <a:custGeom>
                <a:avLst/>
                <a:gdLst>
                  <a:gd name="T0" fmla="*/ 61 w 106"/>
                  <a:gd name="T1" fmla="*/ 126 h 165"/>
                  <a:gd name="T2" fmla="*/ 44 w 106"/>
                  <a:gd name="T3" fmla="*/ 123 h 165"/>
                  <a:gd name="T4" fmla="*/ 32 w 106"/>
                  <a:gd name="T5" fmla="*/ 118 h 165"/>
                  <a:gd name="T6" fmla="*/ 32 w 106"/>
                  <a:gd name="T7" fmla="*/ 165 h 165"/>
                  <a:gd name="T8" fmla="*/ 14 w 106"/>
                  <a:gd name="T9" fmla="*/ 165 h 165"/>
                  <a:gd name="T10" fmla="*/ 8 w 106"/>
                  <a:gd name="T11" fmla="*/ 160 h 165"/>
                  <a:gd name="T12" fmla="*/ 8 w 106"/>
                  <a:gd name="T13" fmla="*/ 79 h 165"/>
                  <a:gd name="T14" fmla="*/ 8 w 106"/>
                  <a:gd name="T15" fmla="*/ 51 h 165"/>
                  <a:gd name="T16" fmla="*/ 9 w 106"/>
                  <a:gd name="T17" fmla="*/ 22 h 165"/>
                  <a:gd name="T18" fmla="*/ 5 w 106"/>
                  <a:gd name="T19" fmla="*/ 22 h 165"/>
                  <a:gd name="T20" fmla="*/ 0 w 106"/>
                  <a:gd name="T21" fmla="*/ 17 h 165"/>
                  <a:gd name="T22" fmla="*/ 0 w 106"/>
                  <a:gd name="T23" fmla="*/ 5 h 165"/>
                  <a:gd name="T24" fmla="*/ 9 w 106"/>
                  <a:gd name="T25" fmla="*/ 3 h 165"/>
                  <a:gd name="T26" fmla="*/ 21 w 106"/>
                  <a:gd name="T27" fmla="*/ 2 h 165"/>
                  <a:gd name="T28" fmla="*/ 34 w 106"/>
                  <a:gd name="T29" fmla="*/ 1 h 165"/>
                  <a:gd name="T30" fmla="*/ 47 w 106"/>
                  <a:gd name="T31" fmla="*/ 0 h 165"/>
                  <a:gd name="T32" fmla="*/ 74 w 106"/>
                  <a:gd name="T33" fmla="*/ 3 h 165"/>
                  <a:gd name="T34" fmla="*/ 92 w 106"/>
                  <a:gd name="T35" fmla="*/ 14 h 165"/>
                  <a:gd name="T36" fmla="*/ 102 w 106"/>
                  <a:gd name="T37" fmla="*/ 33 h 165"/>
                  <a:gd name="T38" fmla="*/ 106 w 106"/>
                  <a:gd name="T39" fmla="*/ 63 h 165"/>
                  <a:gd name="T40" fmla="*/ 95 w 106"/>
                  <a:gd name="T41" fmla="*/ 111 h 165"/>
                  <a:gd name="T42" fmla="*/ 61 w 106"/>
                  <a:gd name="T43" fmla="*/ 126 h 165"/>
                  <a:gd name="T44" fmla="*/ 54 w 106"/>
                  <a:gd name="T45" fmla="*/ 107 h 165"/>
                  <a:gd name="T46" fmla="*/ 66 w 106"/>
                  <a:gd name="T47" fmla="*/ 105 h 165"/>
                  <a:gd name="T48" fmla="*/ 75 w 106"/>
                  <a:gd name="T49" fmla="*/ 98 h 165"/>
                  <a:gd name="T50" fmla="*/ 80 w 106"/>
                  <a:gd name="T51" fmla="*/ 84 h 165"/>
                  <a:gd name="T52" fmla="*/ 81 w 106"/>
                  <a:gd name="T53" fmla="*/ 63 h 165"/>
                  <a:gd name="T54" fmla="*/ 80 w 106"/>
                  <a:gd name="T55" fmla="*/ 43 h 165"/>
                  <a:gd name="T56" fmla="*/ 75 w 106"/>
                  <a:gd name="T57" fmla="*/ 29 h 165"/>
                  <a:gd name="T58" fmla="*/ 64 w 106"/>
                  <a:gd name="T59" fmla="*/ 22 h 165"/>
                  <a:gd name="T60" fmla="*/ 47 w 106"/>
                  <a:gd name="T61" fmla="*/ 19 h 165"/>
                  <a:gd name="T62" fmla="*/ 40 w 106"/>
                  <a:gd name="T63" fmla="*/ 20 h 165"/>
                  <a:gd name="T64" fmla="*/ 32 w 106"/>
                  <a:gd name="T65" fmla="*/ 20 h 165"/>
                  <a:gd name="T66" fmla="*/ 32 w 106"/>
                  <a:gd name="T67" fmla="*/ 102 h 165"/>
                  <a:gd name="T68" fmla="*/ 42 w 106"/>
                  <a:gd name="T69" fmla="*/ 105 h 165"/>
                  <a:gd name="T70" fmla="*/ 54 w 106"/>
                  <a:gd name="T71" fmla="*/ 107 h 1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06" h="165">
                    <a:moveTo>
                      <a:pt x="61" y="126"/>
                    </a:moveTo>
                    <a:cubicBezTo>
                      <a:pt x="54" y="126"/>
                      <a:pt x="48" y="125"/>
                      <a:pt x="44" y="123"/>
                    </a:cubicBezTo>
                    <a:cubicBezTo>
                      <a:pt x="39" y="122"/>
                      <a:pt x="35" y="120"/>
                      <a:pt x="32" y="118"/>
                    </a:cubicBezTo>
                    <a:cubicBezTo>
                      <a:pt x="32" y="165"/>
                      <a:pt x="32" y="165"/>
                      <a:pt x="32" y="165"/>
                    </a:cubicBezTo>
                    <a:cubicBezTo>
                      <a:pt x="14" y="165"/>
                      <a:pt x="14" y="165"/>
                      <a:pt x="14" y="165"/>
                    </a:cubicBezTo>
                    <a:cubicBezTo>
                      <a:pt x="10" y="165"/>
                      <a:pt x="8" y="163"/>
                      <a:pt x="8" y="160"/>
                    </a:cubicBezTo>
                    <a:cubicBezTo>
                      <a:pt x="8" y="79"/>
                      <a:pt x="8" y="79"/>
                      <a:pt x="8" y="79"/>
                    </a:cubicBezTo>
                    <a:cubicBezTo>
                      <a:pt x="8" y="70"/>
                      <a:pt x="8" y="60"/>
                      <a:pt x="8" y="51"/>
                    </a:cubicBezTo>
                    <a:cubicBezTo>
                      <a:pt x="8" y="41"/>
                      <a:pt x="9" y="31"/>
                      <a:pt x="9" y="22"/>
                    </a:cubicBezTo>
                    <a:cubicBezTo>
                      <a:pt x="5" y="22"/>
                      <a:pt x="5" y="22"/>
                      <a:pt x="5" y="22"/>
                    </a:cubicBezTo>
                    <a:cubicBezTo>
                      <a:pt x="2" y="22"/>
                      <a:pt x="0" y="20"/>
                      <a:pt x="0" y="17"/>
                    </a:cubicBezTo>
                    <a:cubicBezTo>
                      <a:pt x="0" y="5"/>
                      <a:pt x="0" y="5"/>
                      <a:pt x="0" y="5"/>
                    </a:cubicBezTo>
                    <a:cubicBezTo>
                      <a:pt x="2" y="5"/>
                      <a:pt x="5" y="4"/>
                      <a:pt x="9" y="3"/>
                    </a:cubicBezTo>
                    <a:cubicBezTo>
                      <a:pt x="13" y="3"/>
                      <a:pt x="16" y="2"/>
                      <a:pt x="21" y="2"/>
                    </a:cubicBezTo>
                    <a:cubicBezTo>
                      <a:pt x="25" y="2"/>
                      <a:pt x="29" y="1"/>
                      <a:pt x="34" y="1"/>
                    </a:cubicBezTo>
                    <a:cubicBezTo>
                      <a:pt x="38" y="1"/>
                      <a:pt x="43" y="0"/>
                      <a:pt x="47" y="0"/>
                    </a:cubicBezTo>
                    <a:cubicBezTo>
                      <a:pt x="57" y="0"/>
                      <a:pt x="66" y="1"/>
                      <a:pt x="74" y="3"/>
                    </a:cubicBezTo>
                    <a:cubicBezTo>
                      <a:pt x="81" y="5"/>
                      <a:pt x="87" y="9"/>
                      <a:pt x="92" y="14"/>
                    </a:cubicBezTo>
                    <a:cubicBezTo>
                      <a:pt x="97" y="18"/>
                      <a:pt x="100" y="25"/>
                      <a:pt x="102" y="33"/>
                    </a:cubicBezTo>
                    <a:cubicBezTo>
                      <a:pt x="105" y="41"/>
                      <a:pt x="106" y="51"/>
                      <a:pt x="106" y="63"/>
                    </a:cubicBezTo>
                    <a:cubicBezTo>
                      <a:pt x="106" y="84"/>
                      <a:pt x="102" y="100"/>
                      <a:pt x="95" y="111"/>
                    </a:cubicBezTo>
                    <a:cubicBezTo>
                      <a:pt x="87" y="121"/>
                      <a:pt x="76" y="126"/>
                      <a:pt x="61" y="126"/>
                    </a:cubicBezTo>
                    <a:close/>
                    <a:moveTo>
                      <a:pt x="54" y="107"/>
                    </a:moveTo>
                    <a:cubicBezTo>
                      <a:pt x="59" y="107"/>
                      <a:pt x="63" y="106"/>
                      <a:pt x="66" y="105"/>
                    </a:cubicBezTo>
                    <a:cubicBezTo>
                      <a:pt x="70" y="103"/>
                      <a:pt x="73" y="101"/>
                      <a:pt x="75" y="98"/>
                    </a:cubicBezTo>
                    <a:cubicBezTo>
                      <a:pt x="77" y="94"/>
                      <a:pt x="79" y="90"/>
                      <a:pt x="80" y="84"/>
                    </a:cubicBezTo>
                    <a:cubicBezTo>
                      <a:pt x="81" y="78"/>
                      <a:pt x="81" y="71"/>
                      <a:pt x="81" y="63"/>
                    </a:cubicBezTo>
                    <a:cubicBezTo>
                      <a:pt x="81" y="55"/>
                      <a:pt x="81" y="48"/>
                      <a:pt x="80" y="43"/>
                    </a:cubicBezTo>
                    <a:cubicBezTo>
                      <a:pt x="79" y="37"/>
                      <a:pt x="77" y="33"/>
                      <a:pt x="75" y="29"/>
                    </a:cubicBezTo>
                    <a:cubicBezTo>
                      <a:pt x="72" y="26"/>
                      <a:pt x="69" y="23"/>
                      <a:pt x="64" y="22"/>
                    </a:cubicBezTo>
                    <a:cubicBezTo>
                      <a:pt x="60" y="20"/>
                      <a:pt x="54" y="19"/>
                      <a:pt x="47" y="19"/>
                    </a:cubicBezTo>
                    <a:cubicBezTo>
                      <a:pt x="45" y="19"/>
                      <a:pt x="43" y="19"/>
                      <a:pt x="40" y="20"/>
                    </a:cubicBezTo>
                    <a:cubicBezTo>
                      <a:pt x="37" y="20"/>
                      <a:pt x="34" y="20"/>
                      <a:pt x="32" y="20"/>
                    </a:cubicBezTo>
                    <a:cubicBezTo>
                      <a:pt x="32" y="102"/>
                      <a:pt x="32" y="102"/>
                      <a:pt x="32" y="102"/>
                    </a:cubicBezTo>
                    <a:cubicBezTo>
                      <a:pt x="35" y="103"/>
                      <a:pt x="39" y="104"/>
                      <a:pt x="42" y="105"/>
                    </a:cubicBezTo>
                    <a:cubicBezTo>
                      <a:pt x="45" y="106"/>
                      <a:pt x="49" y="107"/>
                      <a:pt x="54" y="10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5" name="Freeform 9"/>
              <p:cNvSpPr>
                <a:spLocks/>
              </p:cNvSpPr>
              <p:nvPr/>
            </p:nvSpPr>
            <p:spPr bwMode="black">
              <a:xfrm>
                <a:off x="5006974" y="3206748"/>
                <a:ext cx="236539" cy="466723"/>
              </a:xfrm>
              <a:custGeom>
                <a:avLst/>
                <a:gdLst>
                  <a:gd name="T0" fmla="*/ 55 w 63"/>
                  <a:gd name="T1" fmla="*/ 0 h 123"/>
                  <a:gd name="T2" fmla="*/ 62 w 63"/>
                  <a:gd name="T3" fmla="*/ 2 h 123"/>
                  <a:gd name="T4" fmla="*/ 63 w 63"/>
                  <a:gd name="T5" fmla="*/ 6 h 123"/>
                  <a:gd name="T6" fmla="*/ 63 w 63"/>
                  <a:gd name="T7" fmla="*/ 22 h 123"/>
                  <a:gd name="T8" fmla="*/ 60 w 63"/>
                  <a:gd name="T9" fmla="*/ 22 h 123"/>
                  <a:gd name="T10" fmla="*/ 57 w 63"/>
                  <a:gd name="T11" fmla="*/ 22 h 123"/>
                  <a:gd name="T12" fmla="*/ 39 w 63"/>
                  <a:gd name="T13" fmla="*/ 25 h 123"/>
                  <a:gd name="T14" fmla="*/ 24 w 63"/>
                  <a:gd name="T15" fmla="*/ 36 h 123"/>
                  <a:gd name="T16" fmla="*/ 24 w 63"/>
                  <a:gd name="T17" fmla="*/ 123 h 123"/>
                  <a:gd name="T18" fmla="*/ 5 w 63"/>
                  <a:gd name="T19" fmla="*/ 123 h 123"/>
                  <a:gd name="T20" fmla="*/ 0 w 63"/>
                  <a:gd name="T21" fmla="*/ 118 h 123"/>
                  <a:gd name="T22" fmla="*/ 0 w 63"/>
                  <a:gd name="T23" fmla="*/ 1 h 123"/>
                  <a:gd name="T24" fmla="*/ 14 w 63"/>
                  <a:gd name="T25" fmla="*/ 1 h 123"/>
                  <a:gd name="T26" fmla="*/ 19 w 63"/>
                  <a:gd name="T27" fmla="*/ 2 h 123"/>
                  <a:gd name="T28" fmla="*/ 21 w 63"/>
                  <a:gd name="T29" fmla="*/ 7 h 123"/>
                  <a:gd name="T30" fmla="*/ 22 w 63"/>
                  <a:gd name="T31" fmla="*/ 18 h 123"/>
                  <a:gd name="T32" fmla="*/ 36 w 63"/>
                  <a:gd name="T33" fmla="*/ 6 h 123"/>
                  <a:gd name="T34" fmla="*/ 55 w 63"/>
                  <a:gd name="T35" fmla="*/ 0 h 1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63" h="123">
                    <a:moveTo>
                      <a:pt x="55" y="0"/>
                    </a:moveTo>
                    <a:cubicBezTo>
                      <a:pt x="58" y="0"/>
                      <a:pt x="60" y="1"/>
                      <a:pt x="62" y="2"/>
                    </a:cubicBezTo>
                    <a:cubicBezTo>
                      <a:pt x="63" y="3"/>
                      <a:pt x="63" y="4"/>
                      <a:pt x="63" y="6"/>
                    </a:cubicBezTo>
                    <a:cubicBezTo>
                      <a:pt x="63" y="22"/>
                      <a:pt x="63" y="22"/>
                      <a:pt x="63" y="22"/>
                    </a:cubicBezTo>
                    <a:cubicBezTo>
                      <a:pt x="62" y="22"/>
                      <a:pt x="61" y="22"/>
                      <a:pt x="60" y="22"/>
                    </a:cubicBezTo>
                    <a:cubicBezTo>
                      <a:pt x="59" y="22"/>
                      <a:pt x="58" y="22"/>
                      <a:pt x="57" y="22"/>
                    </a:cubicBezTo>
                    <a:cubicBezTo>
                      <a:pt x="50" y="22"/>
                      <a:pt x="44" y="23"/>
                      <a:pt x="39" y="25"/>
                    </a:cubicBezTo>
                    <a:cubicBezTo>
                      <a:pt x="34" y="27"/>
                      <a:pt x="29" y="31"/>
                      <a:pt x="24" y="36"/>
                    </a:cubicBezTo>
                    <a:cubicBezTo>
                      <a:pt x="24" y="123"/>
                      <a:pt x="24" y="123"/>
                      <a:pt x="24" y="123"/>
                    </a:cubicBezTo>
                    <a:cubicBezTo>
                      <a:pt x="5" y="123"/>
                      <a:pt x="5" y="123"/>
                      <a:pt x="5" y="123"/>
                    </a:cubicBezTo>
                    <a:cubicBezTo>
                      <a:pt x="2" y="123"/>
                      <a:pt x="0" y="121"/>
                      <a:pt x="0" y="11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6" y="1"/>
                      <a:pt x="18" y="2"/>
                      <a:pt x="19" y="2"/>
                    </a:cubicBezTo>
                    <a:cubicBezTo>
                      <a:pt x="20" y="3"/>
                      <a:pt x="21" y="5"/>
                      <a:pt x="21" y="7"/>
                    </a:cubicBezTo>
                    <a:cubicBezTo>
                      <a:pt x="22" y="18"/>
                      <a:pt x="22" y="18"/>
                      <a:pt x="22" y="18"/>
                    </a:cubicBezTo>
                    <a:cubicBezTo>
                      <a:pt x="26" y="13"/>
                      <a:pt x="30" y="9"/>
                      <a:pt x="36" y="6"/>
                    </a:cubicBezTo>
                    <a:cubicBezTo>
                      <a:pt x="42" y="2"/>
                      <a:pt x="48" y="0"/>
                      <a:pt x="5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6" name="Freeform 10"/>
              <p:cNvSpPr>
                <a:spLocks noEditPoints="1"/>
              </p:cNvSpPr>
              <p:nvPr/>
            </p:nvSpPr>
            <p:spPr bwMode="black">
              <a:xfrm>
                <a:off x="5295902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5 w 96"/>
                  <a:gd name="T3" fmla="*/ 90 h 128"/>
                  <a:gd name="T4" fmla="*/ 31 w 96"/>
                  <a:gd name="T5" fmla="*/ 100 h 128"/>
                  <a:gd name="T6" fmla="*/ 42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7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6 w 96"/>
                  <a:gd name="T19" fmla="*/ 126 h 128"/>
                  <a:gd name="T20" fmla="*/ 53 w 96"/>
                  <a:gd name="T21" fmla="*/ 128 h 128"/>
                  <a:gd name="T22" fmla="*/ 30 w 96"/>
                  <a:gd name="T23" fmla="*/ 125 h 128"/>
                  <a:gd name="T24" fmla="*/ 13 w 96"/>
                  <a:gd name="T25" fmla="*/ 114 h 128"/>
                  <a:gd name="T26" fmla="*/ 3 w 96"/>
                  <a:gd name="T27" fmla="*/ 94 h 128"/>
                  <a:gd name="T28" fmla="*/ 0 w 96"/>
                  <a:gd name="T29" fmla="*/ 65 h 128"/>
                  <a:gd name="T30" fmla="*/ 3 w 96"/>
                  <a:gd name="T31" fmla="*/ 35 h 128"/>
                  <a:gd name="T32" fmla="*/ 13 w 96"/>
                  <a:gd name="T33" fmla="*/ 15 h 128"/>
                  <a:gd name="T34" fmla="*/ 28 w 96"/>
                  <a:gd name="T35" fmla="*/ 4 h 128"/>
                  <a:gd name="T36" fmla="*/ 50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3 w 96"/>
                  <a:gd name="T49" fmla="*/ 73 h 128"/>
                  <a:gd name="T50" fmla="*/ 23 w 96"/>
                  <a:gd name="T51" fmla="*/ 73 h 128"/>
                  <a:gd name="T52" fmla="*/ 74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69 w 96"/>
                  <a:gd name="T59" fmla="*/ 26 h 128"/>
                  <a:gd name="T60" fmla="*/ 51 w 96"/>
                  <a:gd name="T61" fmla="*/ 19 h 128"/>
                  <a:gd name="T62" fmla="*/ 38 w 96"/>
                  <a:gd name="T63" fmla="*/ 21 h 128"/>
                  <a:gd name="T64" fmla="*/ 29 w 96"/>
                  <a:gd name="T65" fmla="*/ 29 h 128"/>
                  <a:gd name="T66" fmla="*/ 25 w 96"/>
                  <a:gd name="T67" fmla="*/ 40 h 128"/>
                  <a:gd name="T68" fmla="*/ 23 w 96"/>
                  <a:gd name="T69" fmla="*/ 56 h 128"/>
                  <a:gd name="T70" fmla="*/ 74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4" y="80"/>
                      <a:pt x="24" y="85"/>
                      <a:pt x="25" y="90"/>
                    </a:cubicBezTo>
                    <a:cubicBezTo>
                      <a:pt x="26" y="94"/>
                      <a:pt x="28" y="98"/>
                      <a:pt x="31" y="100"/>
                    </a:cubicBezTo>
                    <a:cubicBezTo>
                      <a:pt x="34" y="103"/>
                      <a:pt x="37" y="105"/>
                      <a:pt x="42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5" y="107"/>
                      <a:pt x="87" y="107"/>
                    </a:cubicBezTo>
                    <a:cubicBezTo>
                      <a:pt x="90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8" y="124"/>
                      <a:pt x="83" y="125"/>
                      <a:pt x="76" y="126"/>
                    </a:cubicBezTo>
                    <a:cubicBezTo>
                      <a:pt x="70" y="127"/>
                      <a:pt x="62" y="128"/>
                      <a:pt x="53" y="128"/>
                    </a:cubicBezTo>
                    <a:cubicBezTo>
                      <a:pt x="44" y="128"/>
                      <a:pt x="36" y="127"/>
                      <a:pt x="30" y="125"/>
                    </a:cubicBezTo>
                    <a:cubicBezTo>
                      <a:pt x="23" y="122"/>
                      <a:pt x="17" y="119"/>
                      <a:pt x="13" y="114"/>
                    </a:cubicBezTo>
                    <a:cubicBezTo>
                      <a:pt x="9" y="109"/>
                      <a:pt x="5" y="102"/>
                      <a:pt x="3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3" y="35"/>
                    </a:cubicBezTo>
                    <a:cubicBezTo>
                      <a:pt x="5" y="27"/>
                      <a:pt x="9" y="20"/>
                      <a:pt x="13" y="15"/>
                    </a:cubicBezTo>
                    <a:cubicBezTo>
                      <a:pt x="17" y="10"/>
                      <a:pt x="22" y="6"/>
                      <a:pt x="28" y="4"/>
                    </a:cubicBezTo>
                    <a:cubicBezTo>
                      <a:pt x="35" y="1"/>
                      <a:pt x="42" y="0"/>
                      <a:pt x="50" y="0"/>
                    </a:cubicBezTo>
                    <a:cubicBezTo>
                      <a:pt x="60" y="0"/>
                      <a:pt x="67" y="2"/>
                      <a:pt x="73" y="4"/>
                    </a:cubicBezTo>
                    <a:cubicBezTo>
                      <a:pt x="79" y="7"/>
                      <a:pt x="84" y="10"/>
                      <a:pt x="87" y="15"/>
                    </a:cubicBezTo>
                    <a:cubicBezTo>
                      <a:pt x="90" y="19"/>
                      <a:pt x="93" y="25"/>
                      <a:pt x="94" y="31"/>
                    </a:cubicBezTo>
                    <a:cubicBezTo>
                      <a:pt x="95" y="37"/>
                      <a:pt x="96" y="43"/>
                      <a:pt x="96" y="50"/>
                    </a:cubicBezTo>
                    <a:cubicBezTo>
                      <a:pt x="96" y="55"/>
                      <a:pt x="96" y="59"/>
                      <a:pt x="95" y="63"/>
                    </a:cubicBezTo>
                    <a:cubicBezTo>
                      <a:pt x="95" y="68"/>
                      <a:pt x="94" y="71"/>
                      <a:pt x="93" y="73"/>
                    </a:cubicBezTo>
                    <a:lnTo>
                      <a:pt x="23" y="73"/>
                    </a:lnTo>
                    <a:close/>
                    <a:moveTo>
                      <a:pt x="74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3" y="32"/>
                      <a:pt x="69" y="26"/>
                    </a:cubicBezTo>
                    <a:cubicBezTo>
                      <a:pt x="66" y="21"/>
                      <a:pt x="60" y="19"/>
                      <a:pt x="51" y="19"/>
                    </a:cubicBezTo>
                    <a:cubicBezTo>
                      <a:pt x="46" y="19"/>
                      <a:pt x="41" y="19"/>
                      <a:pt x="38" y="21"/>
                    </a:cubicBezTo>
                    <a:cubicBezTo>
                      <a:pt x="34" y="23"/>
                      <a:pt x="31" y="25"/>
                      <a:pt x="29" y="29"/>
                    </a:cubicBezTo>
                    <a:cubicBezTo>
                      <a:pt x="27" y="32"/>
                      <a:pt x="26" y="36"/>
                      <a:pt x="25" y="40"/>
                    </a:cubicBezTo>
                    <a:cubicBezTo>
                      <a:pt x="24" y="45"/>
                      <a:pt x="23" y="50"/>
                      <a:pt x="23" y="56"/>
                    </a:cubicBezTo>
                    <a:lnTo>
                      <a:pt x="74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7" name="Freeform 11"/>
              <p:cNvSpPr>
                <a:spLocks noEditPoints="1"/>
              </p:cNvSpPr>
              <p:nvPr/>
            </p:nvSpPr>
            <p:spPr bwMode="black">
              <a:xfrm>
                <a:off x="5746750" y="3040059"/>
                <a:ext cx="109537" cy="633412"/>
              </a:xfrm>
              <a:custGeom>
                <a:avLst/>
                <a:gdLst>
                  <a:gd name="T0" fmla="*/ 15 w 29"/>
                  <a:gd name="T1" fmla="*/ 26 h 167"/>
                  <a:gd name="T2" fmla="*/ 3 w 29"/>
                  <a:gd name="T3" fmla="*/ 23 h 167"/>
                  <a:gd name="T4" fmla="*/ 0 w 29"/>
                  <a:gd name="T5" fmla="*/ 13 h 167"/>
                  <a:gd name="T6" fmla="*/ 3 w 29"/>
                  <a:gd name="T7" fmla="*/ 3 h 167"/>
                  <a:gd name="T8" fmla="*/ 15 w 29"/>
                  <a:gd name="T9" fmla="*/ 0 h 167"/>
                  <a:gd name="T10" fmla="*/ 26 w 29"/>
                  <a:gd name="T11" fmla="*/ 3 h 167"/>
                  <a:gd name="T12" fmla="*/ 29 w 29"/>
                  <a:gd name="T13" fmla="*/ 13 h 167"/>
                  <a:gd name="T14" fmla="*/ 26 w 29"/>
                  <a:gd name="T15" fmla="*/ 23 h 167"/>
                  <a:gd name="T16" fmla="*/ 15 w 29"/>
                  <a:gd name="T17" fmla="*/ 26 h 167"/>
                  <a:gd name="T18" fmla="*/ 27 w 29"/>
                  <a:gd name="T19" fmla="*/ 167 h 167"/>
                  <a:gd name="T20" fmla="*/ 8 w 29"/>
                  <a:gd name="T21" fmla="*/ 167 h 167"/>
                  <a:gd name="T22" fmla="*/ 3 w 29"/>
                  <a:gd name="T23" fmla="*/ 162 h 167"/>
                  <a:gd name="T24" fmla="*/ 3 w 29"/>
                  <a:gd name="T25" fmla="*/ 45 h 167"/>
                  <a:gd name="T26" fmla="*/ 21 w 29"/>
                  <a:gd name="T27" fmla="*/ 45 h 167"/>
                  <a:gd name="T28" fmla="*/ 27 w 29"/>
                  <a:gd name="T29" fmla="*/ 51 h 167"/>
                  <a:gd name="T30" fmla="*/ 27 w 29"/>
                  <a:gd name="T31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9" h="167">
                    <a:moveTo>
                      <a:pt x="15" y="26"/>
                    </a:moveTo>
                    <a:cubicBezTo>
                      <a:pt x="9" y="26"/>
                      <a:pt x="5" y="25"/>
                      <a:pt x="3" y="23"/>
                    </a:cubicBezTo>
                    <a:cubicBezTo>
                      <a:pt x="1" y="21"/>
                      <a:pt x="0" y="18"/>
                      <a:pt x="0" y="13"/>
                    </a:cubicBezTo>
                    <a:cubicBezTo>
                      <a:pt x="0" y="8"/>
                      <a:pt x="1" y="5"/>
                      <a:pt x="3" y="3"/>
                    </a:cubicBezTo>
                    <a:cubicBezTo>
                      <a:pt x="5" y="1"/>
                      <a:pt x="9" y="0"/>
                      <a:pt x="15" y="0"/>
                    </a:cubicBezTo>
                    <a:cubicBezTo>
                      <a:pt x="20" y="0"/>
                      <a:pt x="23" y="1"/>
                      <a:pt x="26" y="3"/>
                    </a:cubicBezTo>
                    <a:cubicBezTo>
                      <a:pt x="28" y="5"/>
                      <a:pt x="29" y="8"/>
                      <a:pt x="29" y="13"/>
                    </a:cubicBezTo>
                    <a:cubicBezTo>
                      <a:pt x="29" y="18"/>
                      <a:pt x="28" y="21"/>
                      <a:pt x="26" y="23"/>
                    </a:cubicBezTo>
                    <a:cubicBezTo>
                      <a:pt x="23" y="25"/>
                      <a:pt x="20" y="26"/>
                      <a:pt x="15" y="26"/>
                    </a:cubicBezTo>
                    <a:close/>
                    <a:moveTo>
                      <a:pt x="27" y="167"/>
                    </a:moveTo>
                    <a:cubicBezTo>
                      <a:pt x="8" y="167"/>
                      <a:pt x="8" y="167"/>
                      <a:pt x="8" y="167"/>
                    </a:cubicBezTo>
                    <a:cubicBezTo>
                      <a:pt x="4" y="167"/>
                      <a:pt x="3" y="165"/>
                      <a:pt x="3" y="162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5" y="45"/>
                      <a:pt x="27" y="47"/>
                      <a:pt x="27" y="51"/>
                    </a:cubicBezTo>
                    <a:lnTo>
                      <a:pt x="27" y="1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8" name="Freeform 12"/>
              <p:cNvSpPr>
                <a:spLocks/>
              </p:cNvSpPr>
              <p:nvPr/>
            </p:nvSpPr>
            <p:spPr bwMode="black">
              <a:xfrm>
                <a:off x="5961062" y="3201985"/>
                <a:ext cx="363537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1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7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3" y="22"/>
                      <a:pt x="58" y="20"/>
                      <a:pt x="52" y="20"/>
                    </a:cubicBezTo>
                    <a:cubicBezTo>
                      <a:pt x="45" y="20"/>
                      <a:pt x="39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19" name="Freeform 13"/>
              <p:cNvSpPr>
                <a:spLocks/>
              </p:cNvSpPr>
              <p:nvPr/>
            </p:nvSpPr>
            <p:spPr bwMode="black">
              <a:xfrm>
                <a:off x="6400799" y="3209923"/>
                <a:ext cx="379414" cy="463551"/>
              </a:xfrm>
              <a:custGeom>
                <a:avLst/>
                <a:gdLst>
                  <a:gd name="T0" fmla="*/ 43 w 101"/>
                  <a:gd name="T1" fmla="*/ 122 h 122"/>
                  <a:gd name="T2" fmla="*/ 38 w 101"/>
                  <a:gd name="T3" fmla="*/ 121 h 122"/>
                  <a:gd name="T4" fmla="*/ 36 w 101"/>
                  <a:gd name="T5" fmla="*/ 117 h 122"/>
                  <a:gd name="T6" fmla="*/ 13 w 101"/>
                  <a:gd name="T7" fmla="*/ 59 h 122"/>
                  <a:gd name="T8" fmla="*/ 0 w 101"/>
                  <a:gd name="T9" fmla="*/ 0 h 122"/>
                  <a:gd name="T10" fmla="*/ 20 w 101"/>
                  <a:gd name="T11" fmla="*/ 0 h 122"/>
                  <a:gd name="T12" fmla="*/ 25 w 101"/>
                  <a:gd name="T13" fmla="*/ 6 h 122"/>
                  <a:gd name="T14" fmla="*/ 29 w 101"/>
                  <a:gd name="T15" fmla="*/ 30 h 122"/>
                  <a:gd name="T16" fmla="*/ 35 w 101"/>
                  <a:gd name="T17" fmla="*/ 55 h 122"/>
                  <a:gd name="T18" fmla="*/ 43 w 101"/>
                  <a:gd name="T19" fmla="*/ 79 h 122"/>
                  <a:gd name="T20" fmla="*/ 51 w 101"/>
                  <a:gd name="T21" fmla="*/ 101 h 122"/>
                  <a:gd name="T22" fmla="*/ 60 w 101"/>
                  <a:gd name="T23" fmla="*/ 78 h 122"/>
                  <a:gd name="T24" fmla="*/ 67 w 101"/>
                  <a:gd name="T25" fmla="*/ 52 h 122"/>
                  <a:gd name="T26" fmla="*/ 74 w 101"/>
                  <a:gd name="T27" fmla="*/ 25 h 122"/>
                  <a:gd name="T28" fmla="*/ 78 w 101"/>
                  <a:gd name="T29" fmla="*/ 0 h 122"/>
                  <a:gd name="T30" fmla="*/ 96 w 101"/>
                  <a:gd name="T31" fmla="*/ 0 h 122"/>
                  <a:gd name="T32" fmla="*/ 101 w 101"/>
                  <a:gd name="T33" fmla="*/ 5 h 122"/>
                  <a:gd name="T34" fmla="*/ 100 w 101"/>
                  <a:gd name="T35" fmla="*/ 11 h 122"/>
                  <a:gd name="T36" fmla="*/ 99 w 101"/>
                  <a:gd name="T37" fmla="*/ 19 h 122"/>
                  <a:gd name="T38" fmla="*/ 85 w 101"/>
                  <a:gd name="T39" fmla="*/ 70 h 122"/>
                  <a:gd name="T40" fmla="*/ 64 w 101"/>
                  <a:gd name="T41" fmla="*/ 122 h 122"/>
                  <a:gd name="T42" fmla="*/ 43 w 101"/>
                  <a:gd name="T43" fmla="*/ 122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101" h="122">
                    <a:moveTo>
                      <a:pt x="43" y="122"/>
                    </a:moveTo>
                    <a:cubicBezTo>
                      <a:pt x="41" y="122"/>
                      <a:pt x="39" y="122"/>
                      <a:pt x="38" y="121"/>
                    </a:cubicBezTo>
                    <a:cubicBezTo>
                      <a:pt x="38" y="120"/>
                      <a:pt x="37" y="119"/>
                      <a:pt x="36" y="117"/>
                    </a:cubicBezTo>
                    <a:cubicBezTo>
                      <a:pt x="27" y="98"/>
                      <a:pt x="20" y="79"/>
                      <a:pt x="13" y="59"/>
                    </a:cubicBezTo>
                    <a:cubicBezTo>
                      <a:pt x="7" y="40"/>
                      <a:pt x="2" y="20"/>
                      <a:pt x="0" y="0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23" y="0"/>
                      <a:pt x="25" y="2"/>
                      <a:pt x="25" y="6"/>
                    </a:cubicBezTo>
                    <a:cubicBezTo>
                      <a:pt x="26" y="13"/>
                      <a:pt x="28" y="21"/>
                      <a:pt x="29" y="30"/>
                    </a:cubicBezTo>
                    <a:cubicBezTo>
                      <a:pt x="31" y="38"/>
                      <a:pt x="33" y="46"/>
                      <a:pt x="35" y="55"/>
                    </a:cubicBezTo>
                    <a:cubicBezTo>
                      <a:pt x="38" y="63"/>
                      <a:pt x="40" y="71"/>
                      <a:pt x="43" y="79"/>
                    </a:cubicBezTo>
                    <a:cubicBezTo>
                      <a:pt x="45" y="87"/>
                      <a:pt x="48" y="95"/>
                      <a:pt x="51" y="101"/>
                    </a:cubicBezTo>
                    <a:cubicBezTo>
                      <a:pt x="54" y="95"/>
                      <a:pt x="57" y="87"/>
                      <a:pt x="60" y="78"/>
                    </a:cubicBezTo>
                    <a:cubicBezTo>
                      <a:pt x="63" y="70"/>
                      <a:pt x="65" y="61"/>
                      <a:pt x="67" y="52"/>
                    </a:cubicBezTo>
                    <a:cubicBezTo>
                      <a:pt x="70" y="43"/>
                      <a:pt x="72" y="34"/>
                      <a:pt x="74" y="25"/>
                    </a:cubicBezTo>
                    <a:cubicBezTo>
                      <a:pt x="75" y="16"/>
                      <a:pt x="77" y="8"/>
                      <a:pt x="78" y="0"/>
                    </a:cubicBezTo>
                    <a:cubicBezTo>
                      <a:pt x="96" y="0"/>
                      <a:pt x="96" y="0"/>
                      <a:pt x="96" y="0"/>
                    </a:cubicBezTo>
                    <a:cubicBezTo>
                      <a:pt x="99" y="0"/>
                      <a:pt x="101" y="2"/>
                      <a:pt x="101" y="5"/>
                    </a:cubicBezTo>
                    <a:cubicBezTo>
                      <a:pt x="101" y="7"/>
                      <a:pt x="101" y="9"/>
                      <a:pt x="100" y="11"/>
                    </a:cubicBezTo>
                    <a:cubicBezTo>
                      <a:pt x="100" y="13"/>
                      <a:pt x="100" y="16"/>
                      <a:pt x="99" y="19"/>
                    </a:cubicBezTo>
                    <a:cubicBezTo>
                      <a:pt x="96" y="36"/>
                      <a:pt x="91" y="53"/>
                      <a:pt x="85" y="70"/>
                    </a:cubicBezTo>
                    <a:cubicBezTo>
                      <a:pt x="79" y="88"/>
                      <a:pt x="72" y="105"/>
                      <a:pt x="64" y="122"/>
                    </a:cubicBezTo>
                    <a:lnTo>
                      <a:pt x="43" y="1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0" name="Freeform 14"/>
              <p:cNvSpPr>
                <a:spLocks noEditPoints="1"/>
              </p:cNvSpPr>
              <p:nvPr/>
            </p:nvSpPr>
            <p:spPr bwMode="black">
              <a:xfrm>
                <a:off x="6840536" y="3198810"/>
                <a:ext cx="360362" cy="487363"/>
              </a:xfrm>
              <a:custGeom>
                <a:avLst/>
                <a:gdLst>
                  <a:gd name="T0" fmla="*/ 23 w 96"/>
                  <a:gd name="T1" fmla="*/ 73 h 128"/>
                  <a:gd name="T2" fmla="*/ 25 w 96"/>
                  <a:gd name="T3" fmla="*/ 90 h 128"/>
                  <a:gd name="T4" fmla="*/ 31 w 96"/>
                  <a:gd name="T5" fmla="*/ 100 h 128"/>
                  <a:gd name="T6" fmla="*/ 41 w 96"/>
                  <a:gd name="T7" fmla="*/ 107 h 128"/>
                  <a:gd name="T8" fmla="*/ 59 w 96"/>
                  <a:gd name="T9" fmla="*/ 109 h 128"/>
                  <a:gd name="T10" fmla="*/ 76 w 96"/>
                  <a:gd name="T11" fmla="*/ 108 h 128"/>
                  <a:gd name="T12" fmla="*/ 86 w 96"/>
                  <a:gd name="T13" fmla="*/ 107 h 128"/>
                  <a:gd name="T14" fmla="*/ 92 w 96"/>
                  <a:gd name="T15" fmla="*/ 112 h 128"/>
                  <a:gd name="T16" fmla="*/ 92 w 96"/>
                  <a:gd name="T17" fmla="*/ 122 h 128"/>
                  <a:gd name="T18" fmla="*/ 76 w 96"/>
                  <a:gd name="T19" fmla="*/ 126 h 128"/>
                  <a:gd name="T20" fmla="*/ 53 w 96"/>
                  <a:gd name="T21" fmla="*/ 128 h 128"/>
                  <a:gd name="T22" fmla="*/ 29 w 96"/>
                  <a:gd name="T23" fmla="*/ 125 h 128"/>
                  <a:gd name="T24" fmla="*/ 13 w 96"/>
                  <a:gd name="T25" fmla="*/ 114 h 128"/>
                  <a:gd name="T26" fmla="*/ 3 w 96"/>
                  <a:gd name="T27" fmla="*/ 94 h 128"/>
                  <a:gd name="T28" fmla="*/ 0 w 96"/>
                  <a:gd name="T29" fmla="*/ 65 h 128"/>
                  <a:gd name="T30" fmla="*/ 3 w 96"/>
                  <a:gd name="T31" fmla="*/ 35 h 128"/>
                  <a:gd name="T32" fmla="*/ 12 w 96"/>
                  <a:gd name="T33" fmla="*/ 15 h 128"/>
                  <a:gd name="T34" fmla="*/ 28 w 96"/>
                  <a:gd name="T35" fmla="*/ 4 h 128"/>
                  <a:gd name="T36" fmla="*/ 50 w 96"/>
                  <a:gd name="T37" fmla="*/ 0 h 128"/>
                  <a:gd name="T38" fmla="*/ 73 w 96"/>
                  <a:gd name="T39" fmla="*/ 4 h 128"/>
                  <a:gd name="T40" fmla="*/ 87 w 96"/>
                  <a:gd name="T41" fmla="*/ 15 h 128"/>
                  <a:gd name="T42" fmla="*/ 94 w 96"/>
                  <a:gd name="T43" fmla="*/ 31 h 128"/>
                  <a:gd name="T44" fmla="*/ 96 w 96"/>
                  <a:gd name="T45" fmla="*/ 50 h 128"/>
                  <a:gd name="T46" fmla="*/ 95 w 96"/>
                  <a:gd name="T47" fmla="*/ 63 h 128"/>
                  <a:gd name="T48" fmla="*/ 93 w 96"/>
                  <a:gd name="T49" fmla="*/ 73 h 128"/>
                  <a:gd name="T50" fmla="*/ 23 w 96"/>
                  <a:gd name="T51" fmla="*/ 73 h 128"/>
                  <a:gd name="T52" fmla="*/ 73 w 96"/>
                  <a:gd name="T53" fmla="*/ 56 h 128"/>
                  <a:gd name="T54" fmla="*/ 74 w 96"/>
                  <a:gd name="T55" fmla="*/ 53 h 128"/>
                  <a:gd name="T56" fmla="*/ 74 w 96"/>
                  <a:gd name="T57" fmla="*/ 49 h 128"/>
                  <a:gd name="T58" fmla="*/ 69 w 96"/>
                  <a:gd name="T59" fmla="*/ 26 h 128"/>
                  <a:gd name="T60" fmla="*/ 51 w 96"/>
                  <a:gd name="T61" fmla="*/ 19 h 128"/>
                  <a:gd name="T62" fmla="*/ 37 w 96"/>
                  <a:gd name="T63" fmla="*/ 21 h 128"/>
                  <a:gd name="T64" fmla="*/ 29 w 96"/>
                  <a:gd name="T65" fmla="*/ 29 h 128"/>
                  <a:gd name="T66" fmla="*/ 24 w 96"/>
                  <a:gd name="T67" fmla="*/ 40 h 128"/>
                  <a:gd name="T68" fmla="*/ 23 w 96"/>
                  <a:gd name="T69" fmla="*/ 56 h 128"/>
                  <a:gd name="T70" fmla="*/ 73 w 96"/>
                  <a:gd name="T71" fmla="*/ 56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96" h="128">
                    <a:moveTo>
                      <a:pt x="23" y="73"/>
                    </a:moveTo>
                    <a:cubicBezTo>
                      <a:pt x="23" y="80"/>
                      <a:pt x="24" y="85"/>
                      <a:pt x="25" y="90"/>
                    </a:cubicBezTo>
                    <a:cubicBezTo>
                      <a:pt x="26" y="94"/>
                      <a:pt x="28" y="98"/>
                      <a:pt x="31" y="100"/>
                    </a:cubicBezTo>
                    <a:cubicBezTo>
                      <a:pt x="33" y="103"/>
                      <a:pt x="37" y="105"/>
                      <a:pt x="41" y="107"/>
                    </a:cubicBezTo>
                    <a:cubicBezTo>
                      <a:pt x="46" y="108"/>
                      <a:pt x="52" y="109"/>
                      <a:pt x="59" y="109"/>
                    </a:cubicBezTo>
                    <a:cubicBezTo>
                      <a:pt x="65" y="109"/>
                      <a:pt x="71" y="108"/>
                      <a:pt x="76" y="108"/>
                    </a:cubicBezTo>
                    <a:cubicBezTo>
                      <a:pt x="81" y="107"/>
                      <a:pt x="84" y="107"/>
                      <a:pt x="86" y="107"/>
                    </a:cubicBezTo>
                    <a:cubicBezTo>
                      <a:pt x="90" y="107"/>
                      <a:pt x="92" y="108"/>
                      <a:pt x="92" y="112"/>
                    </a:cubicBezTo>
                    <a:cubicBezTo>
                      <a:pt x="92" y="122"/>
                      <a:pt x="92" y="122"/>
                      <a:pt x="92" y="122"/>
                    </a:cubicBezTo>
                    <a:cubicBezTo>
                      <a:pt x="88" y="124"/>
                      <a:pt x="83" y="125"/>
                      <a:pt x="76" y="126"/>
                    </a:cubicBezTo>
                    <a:cubicBezTo>
                      <a:pt x="69" y="127"/>
                      <a:pt x="62" y="128"/>
                      <a:pt x="53" y="128"/>
                    </a:cubicBezTo>
                    <a:cubicBezTo>
                      <a:pt x="44" y="128"/>
                      <a:pt x="36" y="127"/>
                      <a:pt x="29" y="125"/>
                    </a:cubicBezTo>
                    <a:cubicBezTo>
                      <a:pt x="23" y="122"/>
                      <a:pt x="17" y="119"/>
                      <a:pt x="13" y="114"/>
                    </a:cubicBezTo>
                    <a:cubicBezTo>
                      <a:pt x="8" y="109"/>
                      <a:pt x="5" y="102"/>
                      <a:pt x="3" y="94"/>
                    </a:cubicBezTo>
                    <a:cubicBezTo>
                      <a:pt x="1" y="86"/>
                      <a:pt x="0" y="76"/>
                      <a:pt x="0" y="65"/>
                    </a:cubicBezTo>
                    <a:cubicBezTo>
                      <a:pt x="0" y="53"/>
                      <a:pt x="1" y="43"/>
                      <a:pt x="3" y="35"/>
                    </a:cubicBezTo>
                    <a:cubicBezTo>
                      <a:pt x="5" y="27"/>
                      <a:pt x="8" y="20"/>
                      <a:pt x="12" y="15"/>
                    </a:cubicBezTo>
                    <a:cubicBezTo>
                      <a:pt x="17" y="10"/>
                      <a:pt x="22" y="6"/>
                      <a:pt x="28" y="4"/>
                    </a:cubicBezTo>
                    <a:cubicBezTo>
                      <a:pt x="34" y="1"/>
                      <a:pt x="42" y="0"/>
                      <a:pt x="50" y="0"/>
                    </a:cubicBezTo>
                    <a:cubicBezTo>
                      <a:pt x="59" y="0"/>
                      <a:pt x="67" y="2"/>
                      <a:pt x="73" y="4"/>
                    </a:cubicBezTo>
                    <a:cubicBezTo>
                      <a:pt x="79" y="7"/>
                      <a:pt x="83" y="10"/>
                      <a:pt x="87" y="15"/>
                    </a:cubicBezTo>
                    <a:cubicBezTo>
                      <a:pt x="90" y="19"/>
                      <a:pt x="92" y="25"/>
                      <a:pt x="94" y="31"/>
                    </a:cubicBezTo>
                    <a:cubicBezTo>
                      <a:pt x="95" y="37"/>
                      <a:pt x="96" y="43"/>
                      <a:pt x="96" y="50"/>
                    </a:cubicBezTo>
                    <a:cubicBezTo>
                      <a:pt x="96" y="55"/>
                      <a:pt x="95" y="59"/>
                      <a:pt x="95" y="63"/>
                    </a:cubicBezTo>
                    <a:cubicBezTo>
                      <a:pt x="94" y="68"/>
                      <a:pt x="94" y="71"/>
                      <a:pt x="93" y="73"/>
                    </a:cubicBezTo>
                    <a:lnTo>
                      <a:pt x="23" y="73"/>
                    </a:lnTo>
                    <a:close/>
                    <a:moveTo>
                      <a:pt x="73" y="56"/>
                    </a:moveTo>
                    <a:cubicBezTo>
                      <a:pt x="74" y="55"/>
                      <a:pt x="74" y="53"/>
                      <a:pt x="74" y="53"/>
                    </a:cubicBezTo>
                    <a:cubicBezTo>
                      <a:pt x="74" y="52"/>
                      <a:pt x="74" y="51"/>
                      <a:pt x="74" y="49"/>
                    </a:cubicBezTo>
                    <a:cubicBezTo>
                      <a:pt x="74" y="39"/>
                      <a:pt x="72" y="32"/>
                      <a:pt x="69" y="26"/>
                    </a:cubicBezTo>
                    <a:cubicBezTo>
                      <a:pt x="66" y="21"/>
                      <a:pt x="60" y="19"/>
                      <a:pt x="51" y="19"/>
                    </a:cubicBezTo>
                    <a:cubicBezTo>
                      <a:pt x="45" y="19"/>
                      <a:pt x="41" y="19"/>
                      <a:pt x="37" y="21"/>
                    </a:cubicBezTo>
                    <a:cubicBezTo>
                      <a:pt x="34" y="23"/>
                      <a:pt x="31" y="25"/>
                      <a:pt x="29" y="29"/>
                    </a:cubicBezTo>
                    <a:cubicBezTo>
                      <a:pt x="27" y="32"/>
                      <a:pt x="25" y="36"/>
                      <a:pt x="24" y="40"/>
                    </a:cubicBezTo>
                    <a:cubicBezTo>
                      <a:pt x="24" y="45"/>
                      <a:pt x="23" y="50"/>
                      <a:pt x="23" y="56"/>
                    </a:cubicBezTo>
                    <a:lnTo>
                      <a:pt x="73" y="5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1" name="Freeform 15"/>
              <p:cNvSpPr>
                <a:spLocks/>
              </p:cNvSpPr>
              <p:nvPr/>
            </p:nvSpPr>
            <p:spPr bwMode="black">
              <a:xfrm>
                <a:off x="7297734" y="3201985"/>
                <a:ext cx="365125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2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8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4" y="22"/>
                      <a:pt x="59" y="20"/>
                      <a:pt x="52" y="20"/>
                    </a:cubicBezTo>
                    <a:cubicBezTo>
                      <a:pt x="45" y="20"/>
                      <a:pt x="40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2" name="Freeform 16"/>
              <p:cNvSpPr>
                <a:spLocks/>
              </p:cNvSpPr>
              <p:nvPr/>
            </p:nvSpPr>
            <p:spPr bwMode="black">
              <a:xfrm>
                <a:off x="7740647" y="3089272"/>
                <a:ext cx="255587" cy="592137"/>
              </a:xfrm>
              <a:custGeom>
                <a:avLst/>
                <a:gdLst>
                  <a:gd name="T0" fmla="*/ 68 w 68"/>
                  <a:gd name="T1" fmla="*/ 154 h 156"/>
                  <a:gd name="T2" fmla="*/ 58 w 68"/>
                  <a:gd name="T3" fmla="*/ 156 h 156"/>
                  <a:gd name="T4" fmla="*/ 47 w 68"/>
                  <a:gd name="T5" fmla="*/ 156 h 156"/>
                  <a:gd name="T6" fmla="*/ 22 w 68"/>
                  <a:gd name="T7" fmla="*/ 149 h 156"/>
                  <a:gd name="T8" fmla="*/ 14 w 68"/>
                  <a:gd name="T9" fmla="*/ 125 h 156"/>
                  <a:gd name="T10" fmla="*/ 14 w 68"/>
                  <a:gd name="T11" fmla="*/ 51 h 156"/>
                  <a:gd name="T12" fmla="*/ 6 w 68"/>
                  <a:gd name="T13" fmla="*/ 51 h 156"/>
                  <a:gd name="T14" fmla="*/ 0 w 68"/>
                  <a:gd name="T15" fmla="*/ 46 h 156"/>
                  <a:gd name="T16" fmla="*/ 0 w 68"/>
                  <a:gd name="T17" fmla="*/ 32 h 156"/>
                  <a:gd name="T18" fmla="*/ 15 w 68"/>
                  <a:gd name="T19" fmla="*/ 32 h 156"/>
                  <a:gd name="T20" fmla="*/ 16 w 68"/>
                  <a:gd name="T21" fmla="*/ 0 h 156"/>
                  <a:gd name="T22" fmla="*/ 33 w 68"/>
                  <a:gd name="T23" fmla="*/ 0 h 156"/>
                  <a:gd name="T24" fmla="*/ 39 w 68"/>
                  <a:gd name="T25" fmla="*/ 6 h 156"/>
                  <a:gd name="T26" fmla="*/ 39 w 68"/>
                  <a:gd name="T27" fmla="*/ 32 h 156"/>
                  <a:gd name="T28" fmla="*/ 62 w 68"/>
                  <a:gd name="T29" fmla="*/ 32 h 156"/>
                  <a:gd name="T30" fmla="*/ 66 w 68"/>
                  <a:gd name="T31" fmla="*/ 34 h 156"/>
                  <a:gd name="T32" fmla="*/ 68 w 68"/>
                  <a:gd name="T33" fmla="*/ 38 h 156"/>
                  <a:gd name="T34" fmla="*/ 68 w 68"/>
                  <a:gd name="T35" fmla="*/ 51 h 156"/>
                  <a:gd name="T36" fmla="*/ 39 w 68"/>
                  <a:gd name="T37" fmla="*/ 51 h 156"/>
                  <a:gd name="T38" fmla="*/ 39 w 68"/>
                  <a:gd name="T39" fmla="*/ 123 h 156"/>
                  <a:gd name="T40" fmla="*/ 41 w 68"/>
                  <a:gd name="T41" fmla="*/ 133 h 156"/>
                  <a:gd name="T42" fmla="*/ 49 w 68"/>
                  <a:gd name="T43" fmla="*/ 137 h 156"/>
                  <a:gd name="T44" fmla="*/ 56 w 68"/>
                  <a:gd name="T45" fmla="*/ 137 h 156"/>
                  <a:gd name="T46" fmla="*/ 61 w 68"/>
                  <a:gd name="T47" fmla="*/ 137 h 156"/>
                  <a:gd name="T48" fmla="*/ 68 w 68"/>
                  <a:gd name="T49" fmla="*/ 142 h 156"/>
                  <a:gd name="T50" fmla="*/ 68 w 68"/>
                  <a:gd name="T51" fmla="*/ 154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68" h="156">
                    <a:moveTo>
                      <a:pt x="68" y="154"/>
                    </a:moveTo>
                    <a:cubicBezTo>
                      <a:pt x="64" y="155"/>
                      <a:pt x="61" y="155"/>
                      <a:pt x="58" y="156"/>
                    </a:cubicBezTo>
                    <a:cubicBezTo>
                      <a:pt x="54" y="156"/>
                      <a:pt x="51" y="156"/>
                      <a:pt x="47" y="156"/>
                    </a:cubicBezTo>
                    <a:cubicBezTo>
                      <a:pt x="36" y="156"/>
                      <a:pt x="27" y="154"/>
                      <a:pt x="22" y="149"/>
                    </a:cubicBezTo>
                    <a:cubicBezTo>
                      <a:pt x="17" y="144"/>
                      <a:pt x="14" y="136"/>
                      <a:pt x="14" y="125"/>
                    </a:cubicBezTo>
                    <a:cubicBezTo>
                      <a:pt x="14" y="51"/>
                      <a:pt x="14" y="51"/>
                      <a:pt x="14" y="51"/>
                    </a:cubicBezTo>
                    <a:cubicBezTo>
                      <a:pt x="6" y="51"/>
                      <a:pt x="6" y="51"/>
                      <a:pt x="6" y="51"/>
                    </a:cubicBezTo>
                    <a:cubicBezTo>
                      <a:pt x="2" y="51"/>
                      <a:pt x="0" y="50"/>
                      <a:pt x="0" y="46"/>
                    </a:cubicBezTo>
                    <a:cubicBezTo>
                      <a:pt x="0" y="32"/>
                      <a:pt x="0" y="32"/>
                      <a:pt x="0" y="32"/>
                    </a:cubicBezTo>
                    <a:cubicBezTo>
                      <a:pt x="15" y="32"/>
                      <a:pt x="15" y="32"/>
                      <a:pt x="15" y="32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37" y="0"/>
                      <a:pt x="39" y="2"/>
                      <a:pt x="39" y="6"/>
                    </a:cubicBezTo>
                    <a:cubicBezTo>
                      <a:pt x="39" y="32"/>
                      <a:pt x="39" y="32"/>
                      <a:pt x="39" y="32"/>
                    </a:cubicBezTo>
                    <a:cubicBezTo>
                      <a:pt x="62" y="32"/>
                      <a:pt x="62" y="32"/>
                      <a:pt x="62" y="32"/>
                    </a:cubicBezTo>
                    <a:cubicBezTo>
                      <a:pt x="64" y="32"/>
                      <a:pt x="65" y="33"/>
                      <a:pt x="66" y="34"/>
                    </a:cubicBezTo>
                    <a:cubicBezTo>
                      <a:pt x="67" y="35"/>
                      <a:pt x="68" y="36"/>
                      <a:pt x="68" y="38"/>
                    </a:cubicBezTo>
                    <a:cubicBezTo>
                      <a:pt x="68" y="51"/>
                      <a:pt x="68" y="51"/>
                      <a:pt x="68" y="51"/>
                    </a:cubicBezTo>
                    <a:cubicBezTo>
                      <a:pt x="39" y="51"/>
                      <a:pt x="39" y="51"/>
                      <a:pt x="39" y="51"/>
                    </a:cubicBezTo>
                    <a:cubicBezTo>
                      <a:pt x="39" y="123"/>
                      <a:pt x="39" y="123"/>
                      <a:pt x="39" y="123"/>
                    </a:cubicBezTo>
                    <a:cubicBezTo>
                      <a:pt x="39" y="128"/>
                      <a:pt x="39" y="131"/>
                      <a:pt x="41" y="133"/>
                    </a:cubicBezTo>
                    <a:cubicBezTo>
                      <a:pt x="42" y="136"/>
                      <a:pt x="45" y="137"/>
                      <a:pt x="49" y="137"/>
                    </a:cubicBezTo>
                    <a:cubicBezTo>
                      <a:pt x="52" y="137"/>
                      <a:pt x="54" y="137"/>
                      <a:pt x="56" y="137"/>
                    </a:cubicBezTo>
                    <a:cubicBezTo>
                      <a:pt x="58" y="137"/>
                      <a:pt x="60" y="137"/>
                      <a:pt x="61" y="137"/>
                    </a:cubicBezTo>
                    <a:cubicBezTo>
                      <a:pt x="66" y="137"/>
                      <a:pt x="68" y="139"/>
                      <a:pt x="68" y="142"/>
                    </a:cubicBezTo>
                    <a:lnTo>
                      <a:pt x="68" y="15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3" name="Freeform 17"/>
              <p:cNvSpPr>
                <a:spLocks noEditPoints="1"/>
              </p:cNvSpPr>
              <p:nvPr/>
            </p:nvSpPr>
            <p:spPr bwMode="black">
              <a:xfrm>
                <a:off x="8075610" y="3040059"/>
                <a:ext cx="112713" cy="633412"/>
              </a:xfrm>
              <a:custGeom>
                <a:avLst/>
                <a:gdLst>
                  <a:gd name="T0" fmla="*/ 15 w 30"/>
                  <a:gd name="T1" fmla="*/ 26 h 167"/>
                  <a:gd name="T2" fmla="*/ 3 w 30"/>
                  <a:gd name="T3" fmla="*/ 23 h 167"/>
                  <a:gd name="T4" fmla="*/ 0 w 30"/>
                  <a:gd name="T5" fmla="*/ 13 h 167"/>
                  <a:gd name="T6" fmla="*/ 3 w 30"/>
                  <a:gd name="T7" fmla="*/ 3 h 167"/>
                  <a:gd name="T8" fmla="*/ 15 w 30"/>
                  <a:gd name="T9" fmla="*/ 0 h 167"/>
                  <a:gd name="T10" fmla="*/ 26 w 30"/>
                  <a:gd name="T11" fmla="*/ 3 h 167"/>
                  <a:gd name="T12" fmla="*/ 30 w 30"/>
                  <a:gd name="T13" fmla="*/ 13 h 167"/>
                  <a:gd name="T14" fmla="*/ 26 w 30"/>
                  <a:gd name="T15" fmla="*/ 23 h 167"/>
                  <a:gd name="T16" fmla="*/ 15 w 30"/>
                  <a:gd name="T17" fmla="*/ 26 h 167"/>
                  <a:gd name="T18" fmla="*/ 27 w 30"/>
                  <a:gd name="T19" fmla="*/ 167 h 167"/>
                  <a:gd name="T20" fmla="*/ 8 w 30"/>
                  <a:gd name="T21" fmla="*/ 167 h 167"/>
                  <a:gd name="T22" fmla="*/ 3 w 30"/>
                  <a:gd name="T23" fmla="*/ 162 h 167"/>
                  <a:gd name="T24" fmla="*/ 3 w 30"/>
                  <a:gd name="T25" fmla="*/ 45 h 167"/>
                  <a:gd name="T26" fmla="*/ 21 w 30"/>
                  <a:gd name="T27" fmla="*/ 45 h 167"/>
                  <a:gd name="T28" fmla="*/ 27 w 30"/>
                  <a:gd name="T29" fmla="*/ 51 h 167"/>
                  <a:gd name="T30" fmla="*/ 27 w 30"/>
                  <a:gd name="T31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0" h="167">
                    <a:moveTo>
                      <a:pt x="15" y="26"/>
                    </a:moveTo>
                    <a:cubicBezTo>
                      <a:pt x="9" y="26"/>
                      <a:pt x="6" y="25"/>
                      <a:pt x="3" y="23"/>
                    </a:cubicBezTo>
                    <a:cubicBezTo>
                      <a:pt x="1" y="21"/>
                      <a:pt x="0" y="18"/>
                      <a:pt x="0" y="13"/>
                    </a:cubicBezTo>
                    <a:cubicBezTo>
                      <a:pt x="0" y="8"/>
                      <a:pt x="1" y="5"/>
                      <a:pt x="3" y="3"/>
                    </a:cubicBezTo>
                    <a:cubicBezTo>
                      <a:pt x="6" y="1"/>
                      <a:pt x="9" y="0"/>
                      <a:pt x="15" y="0"/>
                    </a:cubicBezTo>
                    <a:cubicBezTo>
                      <a:pt x="20" y="0"/>
                      <a:pt x="24" y="1"/>
                      <a:pt x="26" y="3"/>
                    </a:cubicBezTo>
                    <a:cubicBezTo>
                      <a:pt x="28" y="5"/>
                      <a:pt x="30" y="8"/>
                      <a:pt x="30" y="13"/>
                    </a:cubicBezTo>
                    <a:cubicBezTo>
                      <a:pt x="30" y="18"/>
                      <a:pt x="28" y="21"/>
                      <a:pt x="26" y="23"/>
                    </a:cubicBezTo>
                    <a:cubicBezTo>
                      <a:pt x="24" y="25"/>
                      <a:pt x="20" y="26"/>
                      <a:pt x="15" y="26"/>
                    </a:cubicBezTo>
                    <a:close/>
                    <a:moveTo>
                      <a:pt x="27" y="167"/>
                    </a:moveTo>
                    <a:cubicBezTo>
                      <a:pt x="8" y="167"/>
                      <a:pt x="8" y="167"/>
                      <a:pt x="8" y="167"/>
                    </a:cubicBezTo>
                    <a:cubicBezTo>
                      <a:pt x="5" y="167"/>
                      <a:pt x="3" y="165"/>
                      <a:pt x="3" y="162"/>
                    </a:cubicBezTo>
                    <a:cubicBezTo>
                      <a:pt x="3" y="45"/>
                      <a:pt x="3" y="45"/>
                      <a:pt x="3" y="45"/>
                    </a:cubicBezTo>
                    <a:cubicBezTo>
                      <a:pt x="21" y="45"/>
                      <a:pt x="21" y="45"/>
                      <a:pt x="21" y="45"/>
                    </a:cubicBezTo>
                    <a:cubicBezTo>
                      <a:pt x="25" y="45"/>
                      <a:pt x="27" y="47"/>
                      <a:pt x="27" y="51"/>
                    </a:cubicBezTo>
                    <a:lnTo>
                      <a:pt x="27" y="16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4" name="Freeform 18"/>
              <p:cNvSpPr>
                <a:spLocks/>
              </p:cNvSpPr>
              <p:nvPr/>
            </p:nvSpPr>
            <p:spPr bwMode="black">
              <a:xfrm>
                <a:off x="8289928" y="3201985"/>
                <a:ext cx="363537" cy="471486"/>
              </a:xfrm>
              <a:custGeom>
                <a:avLst/>
                <a:gdLst>
                  <a:gd name="T0" fmla="*/ 5 w 97"/>
                  <a:gd name="T1" fmla="*/ 124 h 124"/>
                  <a:gd name="T2" fmla="*/ 0 w 97"/>
                  <a:gd name="T3" fmla="*/ 119 h 124"/>
                  <a:gd name="T4" fmla="*/ 0 w 97"/>
                  <a:gd name="T5" fmla="*/ 2 h 124"/>
                  <a:gd name="T6" fmla="*/ 14 w 97"/>
                  <a:gd name="T7" fmla="*/ 2 h 124"/>
                  <a:gd name="T8" fmla="*/ 19 w 97"/>
                  <a:gd name="T9" fmla="*/ 3 h 124"/>
                  <a:gd name="T10" fmla="*/ 21 w 97"/>
                  <a:gd name="T11" fmla="*/ 8 h 124"/>
                  <a:gd name="T12" fmla="*/ 22 w 97"/>
                  <a:gd name="T13" fmla="*/ 16 h 124"/>
                  <a:gd name="T14" fmla="*/ 60 w 97"/>
                  <a:gd name="T15" fmla="*/ 0 h 124"/>
                  <a:gd name="T16" fmla="*/ 88 w 97"/>
                  <a:gd name="T17" fmla="*/ 11 h 124"/>
                  <a:gd name="T18" fmla="*/ 97 w 97"/>
                  <a:gd name="T19" fmla="*/ 41 h 124"/>
                  <a:gd name="T20" fmla="*/ 97 w 97"/>
                  <a:gd name="T21" fmla="*/ 124 h 124"/>
                  <a:gd name="T22" fmla="*/ 78 w 97"/>
                  <a:gd name="T23" fmla="*/ 124 h 124"/>
                  <a:gd name="T24" fmla="*/ 74 w 97"/>
                  <a:gd name="T25" fmla="*/ 123 h 124"/>
                  <a:gd name="T26" fmla="*/ 72 w 97"/>
                  <a:gd name="T27" fmla="*/ 119 h 124"/>
                  <a:gd name="T28" fmla="*/ 72 w 97"/>
                  <a:gd name="T29" fmla="*/ 43 h 124"/>
                  <a:gd name="T30" fmla="*/ 67 w 97"/>
                  <a:gd name="T31" fmla="*/ 25 h 124"/>
                  <a:gd name="T32" fmla="*/ 52 w 97"/>
                  <a:gd name="T33" fmla="*/ 20 h 124"/>
                  <a:gd name="T34" fmla="*/ 35 w 97"/>
                  <a:gd name="T35" fmla="*/ 24 h 124"/>
                  <a:gd name="T36" fmla="*/ 24 w 97"/>
                  <a:gd name="T37" fmla="*/ 32 h 124"/>
                  <a:gd name="T38" fmla="*/ 24 w 97"/>
                  <a:gd name="T39" fmla="*/ 124 h 124"/>
                  <a:gd name="T40" fmla="*/ 5 w 97"/>
                  <a:gd name="T41" fmla="*/ 124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97" h="124">
                    <a:moveTo>
                      <a:pt x="5" y="124"/>
                    </a:moveTo>
                    <a:cubicBezTo>
                      <a:pt x="2" y="124"/>
                      <a:pt x="0" y="122"/>
                      <a:pt x="0" y="119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14" y="2"/>
                      <a:pt x="14" y="2"/>
                      <a:pt x="14" y="2"/>
                    </a:cubicBezTo>
                    <a:cubicBezTo>
                      <a:pt x="16" y="2"/>
                      <a:pt x="18" y="3"/>
                      <a:pt x="19" y="3"/>
                    </a:cubicBezTo>
                    <a:cubicBezTo>
                      <a:pt x="20" y="4"/>
                      <a:pt x="21" y="6"/>
                      <a:pt x="21" y="8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32" y="5"/>
                      <a:pt x="45" y="0"/>
                      <a:pt x="60" y="0"/>
                    </a:cubicBezTo>
                    <a:cubicBezTo>
                      <a:pt x="73" y="0"/>
                      <a:pt x="83" y="3"/>
                      <a:pt x="88" y="11"/>
                    </a:cubicBezTo>
                    <a:cubicBezTo>
                      <a:pt x="94" y="19"/>
                      <a:pt x="97" y="29"/>
                      <a:pt x="97" y="41"/>
                    </a:cubicBezTo>
                    <a:cubicBezTo>
                      <a:pt x="97" y="124"/>
                      <a:pt x="97" y="124"/>
                      <a:pt x="97" y="124"/>
                    </a:cubicBezTo>
                    <a:cubicBezTo>
                      <a:pt x="78" y="124"/>
                      <a:pt x="78" y="124"/>
                      <a:pt x="78" y="124"/>
                    </a:cubicBezTo>
                    <a:cubicBezTo>
                      <a:pt x="76" y="124"/>
                      <a:pt x="75" y="124"/>
                      <a:pt x="74" y="123"/>
                    </a:cubicBezTo>
                    <a:cubicBezTo>
                      <a:pt x="73" y="122"/>
                      <a:pt x="72" y="121"/>
                      <a:pt x="72" y="119"/>
                    </a:cubicBezTo>
                    <a:cubicBezTo>
                      <a:pt x="72" y="43"/>
                      <a:pt x="72" y="43"/>
                      <a:pt x="72" y="43"/>
                    </a:cubicBezTo>
                    <a:cubicBezTo>
                      <a:pt x="72" y="35"/>
                      <a:pt x="71" y="29"/>
                      <a:pt x="67" y="25"/>
                    </a:cubicBezTo>
                    <a:cubicBezTo>
                      <a:pt x="64" y="22"/>
                      <a:pt x="59" y="20"/>
                      <a:pt x="52" y="20"/>
                    </a:cubicBezTo>
                    <a:cubicBezTo>
                      <a:pt x="45" y="20"/>
                      <a:pt x="40" y="21"/>
                      <a:pt x="35" y="24"/>
                    </a:cubicBezTo>
                    <a:cubicBezTo>
                      <a:pt x="30" y="27"/>
                      <a:pt x="27" y="29"/>
                      <a:pt x="24" y="32"/>
                    </a:cubicBezTo>
                    <a:cubicBezTo>
                      <a:pt x="24" y="124"/>
                      <a:pt x="24" y="124"/>
                      <a:pt x="24" y="124"/>
                    </a:cubicBezTo>
                    <a:lnTo>
                      <a:pt x="5" y="124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  <p:sp>
            <p:nvSpPr>
              <p:cNvPr id="25" name="Freeform 19"/>
              <p:cNvSpPr>
                <a:spLocks noEditPoints="1"/>
              </p:cNvSpPr>
              <p:nvPr/>
            </p:nvSpPr>
            <p:spPr bwMode="black">
              <a:xfrm>
                <a:off x="8751889" y="3201988"/>
                <a:ext cx="390524" cy="635000"/>
              </a:xfrm>
              <a:custGeom>
                <a:avLst/>
                <a:gdLst>
                  <a:gd name="T0" fmla="*/ 0 w 104"/>
                  <a:gd name="T1" fmla="*/ 62 h 167"/>
                  <a:gd name="T2" fmla="*/ 3 w 104"/>
                  <a:gd name="T3" fmla="*/ 32 h 167"/>
                  <a:gd name="T4" fmla="*/ 14 w 104"/>
                  <a:gd name="T5" fmla="*/ 13 h 167"/>
                  <a:gd name="T6" fmla="*/ 32 w 104"/>
                  <a:gd name="T7" fmla="*/ 3 h 167"/>
                  <a:gd name="T8" fmla="*/ 58 w 104"/>
                  <a:gd name="T9" fmla="*/ 0 h 167"/>
                  <a:gd name="T10" fmla="*/ 78 w 104"/>
                  <a:gd name="T11" fmla="*/ 1 h 167"/>
                  <a:gd name="T12" fmla="*/ 95 w 104"/>
                  <a:gd name="T13" fmla="*/ 4 h 167"/>
                  <a:gd name="T14" fmla="*/ 102 w 104"/>
                  <a:gd name="T15" fmla="*/ 6 h 167"/>
                  <a:gd name="T16" fmla="*/ 104 w 104"/>
                  <a:gd name="T17" fmla="*/ 12 h 167"/>
                  <a:gd name="T18" fmla="*/ 104 w 104"/>
                  <a:gd name="T19" fmla="*/ 22 h 167"/>
                  <a:gd name="T20" fmla="*/ 95 w 104"/>
                  <a:gd name="T21" fmla="*/ 22 h 167"/>
                  <a:gd name="T22" fmla="*/ 96 w 104"/>
                  <a:gd name="T23" fmla="*/ 52 h 167"/>
                  <a:gd name="T24" fmla="*/ 96 w 104"/>
                  <a:gd name="T25" fmla="*/ 81 h 167"/>
                  <a:gd name="T26" fmla="*/ 96 w 104"/>
                  <a:gd name="T27" fmla="*/ 124 h 167"/>
                  <a:gd name="T28" fmla="*/ 85 w 104"/>
                  <a:gd name="T29" fmla="*/ 156 h 167"/>
                  <a:gd name="T30" fmla="*/ 48 w 104"/>
                  <a:gd name="T31" fmla="*/ 167 h 167"/>
                  <a:gd name="T32" fmla="*/ 39 w 104"/>
                  <a:gd name="T33" fmla="*/ 167 h 167"/>
                  <a:gd name="T34" fmla="*/ 30 w 104"/>
                  <a:gd name="T35" fmla="*/ 166 h 167"/>
                  <a:gd name="T36" fmla="*/ 20 w 104"/>
                  <a:gd name="T37" fmla="*/ 164 h 167"/>
                  <a:gd name="T38" fmla="*/ 13 w 104"/>
                  <a:gd name="T39" fmla="*/ 162 h 167"/>
                  <a:gd name="T40" fmla="*/ 9 w 104"/>
                  <a:gd name="T41" fmla="*/ 159 h 167"/>
                  <a:gd name="T42" fmla="*/ 8 w 104"/>
                  <a:gd name="T43" fmla="*/ 155 h 167"/>
                  <a:gd name="T44" fmla="*/ 8 w 104"/>
                  <a:gd name="T45" fmla="*/ 145 h 167"/>
                  <a:gd name="T46" fmla="*/ 25 w 104"/>
                  <a:gd name="T47" fmla="*/ 147 h 167"/>
                  <a:gd name="T48" fmla="*/ 41 w 104"/>
                  <a:gd name="T49" fmla="*/ 147 h 167"/>
                  <a:gd name="T50" fmla="*/ 65 w 104"/>
                  <a:gd name="T51" fmla="*/ 142 h 167"/>
                  <a:gd name="T52" fmla="*/ 72 w 104"/>
                  <a:gd name="T53" fmla="*/ 126 h 167"/>
                  <a:gd name="T54" fmla="*/ 72 w 104"/>
                  <a:gd name="T55" fmla="*/ 111 h 167"/>
                  <a:gd name="T56" fmla="*/ 58 w 104"/>
                  <a:gd name="T57" fmla="*/ 118 h 167"/>
                  <a:gd name="T58" fmla="*/ 42 w 104"/>
                  <a:gd name="T59" fmla="*/ 121 h 167"/>
                  <a:gd name="T60" fmla="*/ 21 w 104"/>
                  <a:gd name="T61" fmla="*/ 116 h 167"/>
                  <a:gd name="T62" fmla="*/ 8 w 104"/>
                  <a:gd name="T63" fmla="*/ 104 h 167"/>
                  <a:gd name="T64" fmla="*/ 2 w 104"/>
                  <a:gd name="T65" fmla="*/ 86 h 167"/>
                  <a:gd name="T66" fmla="*/ 0 w 104"/>
                  <a:gd name="T67" fmla="*/ 62 h 167"/>
                  <a:gd name="T68" fmla="*/ 24 w 104"/>
                  <a:gd name="T69" fmla="*/ 62 h 167"/>
                  <a:gd name="T70" fmla="*/ 25 w 104"/>
                  <a:gd name="T71" fmla="*/ 81 h 167"/>
                  <a:gd name="T72" fmla="*/ 30 w 104"/>
                  <a:gd name="T73" fmla="*/ 93 h 167"/>
                  <a:gd name="T74" fmla="*/ 38 w 104"/>
                  <a:gd name="T75" fmla="*/ 100 h 167"/>
                  <a:gd name="T76" fmla="*/ 49 w 104"/>
                  <a:gd name="T77" fmla="*/ 102 h 167"/>
                  <a:gd name="T78" fmla="*/ 62 w 104"/>
                  <a:gd name="T79" fmla="*/ 100 h 167"/>
                  <a:gd name="T80" fmla="*/ 72 w 104"/>
                  <a:gd name="T81" fmla="*/ 94 h 167"/>
                  <a:gd name="T82" fmla="*/ 72 w 104"/>
                  <a:gd name="T83" fmla="*/ 20 h 167"/>
                  <a:gd name="T84" fmla="*/ 65 w 104"/>
                  <a:gd name="T85" fmla="*/ 20 h 167"/>
                  <a:gd name="T86" fmla="*/ 57 w 104"/>
                  <a:gd name="T87" fmla="*/ 19 h 167"/>
                  <a:gd name="T88" fmla="*/ 42 w 104"/>
                  <a:gd name="T89" fmla="*/ 21 h 167"/>
                  <a:gd name="T90" fmla="*/ 32 w 104"/>
                  <a:gd name="T91" fmla="*/ 27 h 167"/>
                  <a:gd name="T92" fmla="*/ 26 w 104"/>
                  <a:gd name="T93" fmla="*/ 40 h 167"/>
                  <a:gd name="T94" fmla="*/ 24 w 104"/>
                  <a:gd name="T95" fmla="*/ 62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104" h="167">
                    <a:moveTo>
                      <a:pt x="0" y="62"/>
                    </a:moveTo>
                    <a:cubicBezTo>
                      <a:pt x="0" y="50"/>
                      <a:pt x="1" y="40"/>
                      <a:pt x="3" y="32"/>
                    </a:cubicBezTo>
                    <a:cubicBezTo>
                      <a:pt x="5" y="24"/>
                      <a:pt x="9" y="18"/>
                      <a:pt x="14" y="13"/>
                    </a:cubicBezTo>
                    <a:cubicBezTo>
                      <a:pt x="19" y="9"/>
                      <a:pt x="25" y="5"/>
                      <a:pt x="32" y="3"/>
                    </a:cubicBezTo>
                    <a:cubicBezTo>
                      <a:pt x="39" y="1"/>
                      <a:pt x="48" y="0"/>
                      <a:pt x="58" y="0"/>
                    </a:cubicBezTo>
                    <a:cubicBezTo>
                      <a:pt x="64" y="0"/>
                      <a:pt x="71" y="1"/>
                      <a:pt x="78" y="1"/>
                    </a:cubicBezTo>
                    <a:cubicBezTo>
                      <a:pt x="84" y="2"/>
                      <a:pt x="90" y="3"/>
                      <a:pt x="95" y="4"/>
                    </a:cubicBezTo>
                    <a:cubicBezTo>
                      <a:pt x="98" y="4"/>
                      <a:pt x="100" y="5"/>
                      <a:pt x="102" y="6"/>
                    </a:cubicBezTo>
                    <a:cubicBezTo>
                      <a:pt x="103" y="7"/>
                      <a:pt x="104" y="9"/>
                      <a:pt x="104" y="12"/>
                    </a:cubicBezTo>
                    <a:cubicBezTo>
                      <a:pt x="104" y="22"/>
                      <a:pt x="104" y="22"/>
                      <a:pt x="104" y="22"/>
                    </a:cubicBezTo>
                    <a:cubicBezTo>
                      <a:pt x="95" y="22"/>
                      <a:pt x="95" y="22"/>
                      <a:pt x="95" y="22"/>
                    </a:cubicBezTo>
                    <a:cubicBezTo>
                      <a:pt x="96" y="32"/>
                      <a:pt x="96" y="42"/>
                      <a:pt x="96" y="52"/>
                    </a:cubicBezTo>
                    <a:cubicBezTo>
                      <a:pt x="96" y="62"/>
                      <a:pt x="96" y="71"/>
                      <a:pt x="96" y="81"/>
                    </a:cubicBezTo>
                    <a:cubicBezTo>
                      <a:pt x="96" y="124"/>
                      <a:pt x="96" y="124"/>
                      <a:pt x="96" y="124"/>
                    </a:cubicBezTo>
                    <a:cubicBezTo>
                      <a:pt x="96" y="138"/>
                      <a:pt x="92" y="149"/>
                      <a:pt x="85" y="156"/>
                    </a:cubicBezTo>
                    <a:cubicBezTo>
                      <a:pt x="77" y="163"/>
                      <a:pt x="65" y="167"/>
                      <a:pt x="48" y="167"/>
                    </a:cubicBezTo>
                    <a:cubicBezTo>
                      <a:pt x="46" y="167"/>
                      <a:pt x="43" y="167"/>
                      <a:pt x="39" y="167"/>
                    </a:cubicBezTo>
                    <a:cubicBezTo>
                      <a:pt x="36" y="166"/>
                      <a:pt x="33" y="166"/>
                      <a:pt x="30" y="166"/>
                    </a:cubicBezTo>
                    <a:cubicBezTo>
                      <a:pt x="26" y="165"/>
                      <a:pt x="23" y="165"/>
                      <a:pt x="20" y="164"/>
                    </a:cubicBezTo>
                    <a:cubicBezTo>
                      <a:pt x="17" y="164"/>
                      <a:pt x="15" y="163"/>
                      <a:pt x="13" y="162"/>
                    </a:cubicBezTo>
                    <a:cubicBezTo>
                      <a:pt x="11" y="161"/>
                      <a:pt x="10" y="160"/>
                      <a:pt x="9" y="159"/>
                    </a:cubicBezTo>
                    <a:cubicBezTo>
                      <a:pt x="8" y="158"/>
                      <a:pt x="8" y="157"/>
                      <a:pt x="8" y="155"/>
                    </a:cubicBezTo>
                    <a:cubicBezTo>
                      <a:pt x="8" y="145"/>
                      <a:pt x="8" y="145"/>
                      <a:pt x="8" y="145"/>
                    </a:cubicBezTo>
                    <a:cubicBezTo>
                      <a:pt x="14" y="146"/>
                      <a:pt x="19" y="146"/>
                      <a:pt x="25" y="147"/>
                    </a:cubicBezTo>
                    <a:cubicBezTo>
                      <a:pt x="31" y="147"/>
                      <a:pt x="36" y="147"/>
                      <a:pt x="41" y="147"/>
                    </a:cubicBezTo>
                    <a:cubicBezTo>
                      <a:pt x="53" y="147"/>
                      <a:pt x="61" y="146"/>
                      <a:pt x="65" y="142"/>
                    </a:cubicBezTo>
                    <a:cubicBezTo>
                      <a:pt x="70" y="139"/>
                      <a:pt x="72" y="134"/>
                      <a:pt x="72" y="126"/>
                    </a:cubicBezTo>
                    <a:cubicBezTo>
                      <a:pt x="72" y="111"/>
                      <a:pt x="72" y="111"/>
                      <a:pt x="72" y="111"/>
                    </a:cubicBezTo>
                    <a:cubicBezTo>
                      <a:pt x="68" y="114"/>
                      <a:pt x="63" y="116"/>
                      <a:pt x="58" y="118"/>
                    </a:cubicBezTo>
                    <a:cubicBezTo>
                      <a:pt x="54" y="120"/>
                      <a:pt x="48" y="121"/>
                      <a:pt x="42" y="121"/>
                    </a:cubicBezTo>
                    <a:cubicBezTo>
                      <a:pt x="33" y="121"/>
                      <a:pt x="26" y="119"/>
                      <a:pt x="21" y="116"/>
                    </a:cubicBezTo>
                    <a:cubicBezTo>
                      <a:pt x="16" y="114"/>
                      <a:pt x="11" y="109"/>
                      <a:pt x="8" y="104"/>
                    </a:cubicBezTo>
                    <a:cubicBezTo>
                      <a:pt x="5" y="99"/>
                      <a:pt x="3" y="93"/>
                      <a:pt x="2" y="86"/>
                    </a:cubicBezTo>
                    <a:cubicBezTo>
                      <a:pt x="0" y="79"/>
                      <a:pt x="0" y="71"/>
                      <a:pt x="0" y="62"/>
                    </a:cubicBezTo>
                    <a:close/>
                    <a:moveTo>
                      <a:pt x="24" y="62"/>
                    </a:moveTo>
                    <a:cubicBezTo>
                      <a:pt x="24" y="69"/>
                      <a:pt x="24" y="76"/>
                      <a:pt x="25" y="81"/>
                    </a:cubicBezTo>
                    <a:cubicBezTo>
                      <a:pt x="26" y="86"/>
                      <a:pt x="28" y="90"/>
                      <a:pt x="30" y="93"/>
                    </a:cubicBezTo>
                    <a:cubicBezTo>
                      <a:pt x="32" y="96"/>
                      <a:pt x="34" y="99"/>
                      <a:pt x="38" y="100"/>
                    </a:cubicBezTo>
                    <a:cubicBezTo>
                      <a:pt x="41" y="101"/>
                      <a:pt x="44" y="102"/>
                      <a:pt x="49" y="102"/>
                    </a:cubicBezTo>
                    <a:cubicBezTo>
                      <a:pt x="54" y="102"/>
                      <a:pt x="58" y="101"/>
                      <a:pt x="62" y="100"/>
                    </a:cubicBezTo>
                    <a:cubicBezTo>
                      <a:pt x="65" y="98"/>
                      <a:pt x="69" y="96"/>
                      <a:pt x="72" y="94"/>
                    </a:cubicBezTo>
                    <a:cubicBezTo>
                      <a:pt x="72" y="20"/>
                      <a:pt x="72" y="20"/>
                      <a:pt x="72" y="20"/>
                    </a:cubicBezTo>
                    <a:cubicBezTo>
                      <a:pt x="70" y="20"/>
                      <a:pt x="67" y="20"/>
                      <a:pt x="65" y="20"/>
                    </a:cubicBezTo>
                    <a:cubicBezTo>
                      <a:pt x="62" y="19"/>
                      <a:pt x="59" y="19"/>
                      <a:pt x="57" y="19"/>
                    </a:cubicBezTo>
                    <a:cubicBezTo>
                      <a:pt x="51" y="19"/>
                      <a:pt x="46" y="20"/>
                      <a:pt x="42" y="21"/>
                    </a:cubicBezTo>
                    <a:cubicBezTo>
                      <a:pt x="38" y="22"/>
                      <a:pt x="34" y="24"/>
                      <a:pt x="32" y="27"/>
                    </a:cubicBezTo>
                    <a:cubicBezTo>
                      <a:pt x="29" y="31"/>
                      <a:pt x="27" y="35"/>
                      <a:pt x="26" y="40"/>
                    </a:cubicBezTo>
                    <a:cubicBezTo>
                      <a:pt x="24" y="46"/>
                      <a:pt x="24" y="53"/>
                      <a:pt x="24" y="6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sz="1799" dirty="0"/>
              </a:p>
            </p:txBody>
          </p:sp>
        </p:grpSp>
        <p:sp>
          <p:nvSpPr>
            <p:cNvPr id="9" name="Freeform 5"/>
            <p:cNvSpPr>
              <a:spLocks noChangeAspect="1" noEditPoints="1"/>
            </p:cNvSpPr>
            <p:nvPr/>
          </p:nvSpPr>
          <p:spPr bwMode="black">
            <a:xfrm>
              <a:off x="4856883" y="4633091"/>
              <a:ext cx="656108" cy="656108"/>
            </a:xfrm>
            <a:custGeom>
              <a:avLst/>
              <a:gdLst>
                <a:gd name="T0" fmla="*/ 864 w 1728"/>
                <a:gd name="T1" fmla="*/ 1728 h 1728"/>
                <a:gd name="T2" fmla="*/ 838 w 1728"/>
                <a:gd name="T3" fmla="*/ 1728 h 1728"/>
                <a:gd name="T4" fmla="*/ 1015 w 1728"/>
                <a:gd name="T5" fmla="*/ 1243 h 1728"/>
                <a:gd name="T6" fmla="*/ 1258 w 1728"/>
                <a:gd name="T7" fmla="*/ 1243 h 1728"/>
                <a:gd name="T8" fmla="*/ 1362 w 1728"/>
                <a:gd name="T9" fmla="*/ 1170 h 1728"/>
                <a:gd name="T10" fmla="*/ 1554 w 1728"/>
                <a:gd name="T11" fmla="*/ 643 h 1728"/>
                <a:gd name="T12" fmla="*/ 1444 w 1728"/>
                <a:gd name="T13" fmla="*/ 487 h 1728"/>
                <a:gd name="T14" fmla="*/ 1107 w 1728"/>
                <a:gd name="T15" fmla="*/ 487 h 1728"/>
                <a:gd name="T16" fmla="*/ 824 w 1728"/>
                <a:gd name="T17" fmla="*/ 1264 h 1728"/>
                <a:gd name="T18" fmla="*/ 824 w 1728"/>
                <a:gd name="T19" fmla="*/ 1264 h 1728"/>
                <a:gd name="T20" fmla="*/ 664 w 1728"/>
                <a:gd name="T21" fmla="*/ 1705 h 1728"/>
                <a:gd name="T22" fmla="*/ 0 w 1728"/>
                <a:gd name="T23" fmla="*/ 864 h 1728"/>
                <a:gd name="T24" fmla="*/ 631 w 1728"/>
                <a:gd name="T25" fmla="*/ 32 h 1728"/>
                <a:gd name="T26" fmla="*/ 465 w 1728"/>
                <a:gd name="T27" fmla="*/ 487 h 1728"/>
                <a:gd name="T28" fmla="*/ 465 w 1728"/>
                <a:gd name="T29" fmla="*/ 487 h 1728"/>
                <a:gd name="T30" fmla="*/ 190 w 1728"/>
                <a:gd name="T31" fmla="*/ 1243 h 1728"/>
                <a:gd name="T32" fmla="*/ 373 w 1728"/>
                <a:gd name="T33" fmla="*/ 1243 h 1728"/>
                <a:gd name="T34" fmla="*/ 607 w 1728"/>
                <a:gd name="T35" fmla="*/ 600 h 1728"/>
                <a:gd name="T36" fmla="*/ 745 w 1728"/>
                <a:gd name="T37" fmla="*/ 600 h 1728"/>
                <a:gd name="T38" fmla="*/ 511 w 1728"/>
                <a:gd name="T39" fmla="*/ 1243 h 1728"/>
                <a:gd name="T40" fmla="*/ 694 w 1728"/>
                <a:gd name="T41" fmla="*/ 1243 h 1728"/>
                <a:gd name="T42" fmla="*/ 912 w 1728"/>
                <a:gd name="T43" fmla="*/ 643 h 1728"/>
                <a:gd name="T44" fmla="*/ 802 w 1728"/>
                <a:gd name="T45" fmla="*/ 487 h 1728"/>
                <a:gd name="T46" fmla="*/ 649 w 1728"/>
                <a:gd name="T47" fmla="*/ 487 h 1728"/>
                <a:gd name="T48" fmla="*/ 825 w 1728"/>
                <a:gd name="T49" fmla="*/ 1 h 1728"/>
                <a:gd name="T50" fmla="*/ 864 w 1728"/>
                <a:gd name="T51" fmla="*/ 0 h 1728"/>
                <a:gd name="T52" fmla="*/ 1728 w 1728"/>
                <a:gd name="T53" fmla="*/ 864 h 1728"/>
                <a:gd name="T54" fmla="*/ 864 w 1728"/>
                <a:gd name="T55" fmla="*/ 1728 h 1728"/>
                <a:gd name="T56" fmla="*/ 1387 w 1728"/>
                <a:gd name="T57" fmla="*/ 600 h 1728"/>
                <a:gd name="T58" fmla="*/ 1249 w 1728"/>
                <a:gd name="T59" fmla="*/ 600 h 1728"/>
                <a:gd name="T60" fmla="*/ 1057 w 1728"/>
                <a:gd name="T61" fmla="*/ 1129 h 1728"/>
                <a:gd name="T62" fmla="*/ 1194 w 1728"/>
                <a:gd name="T63" fmla="*/ 1129 h 1728"/>
                <a:gd name="T64" fmla="*/ 1387 w 1728"/>
                <a:gd name="T65" fmla="*/ 600 h 1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28" h="1728">
                  <a:moveTo>
                    <a:pt x="864" y="1728"/>
                  </a:moveTo>
                  <a:cubicBezTo>
                    <a:pt x="856" y="1728"/>
                    <a:pt x="847" y="1728"/>
                    <a:pt x="838" y="1728"/>
                  </a:cubicBezTo>
                  <a:cubicBezTo>
                    <a:pt x="1015" y="1243"/>
                    <a:pt x="1015" y="1243"/>
                    <a:pt x="1015" y="1243"/>
                  </a:cubicBezTo>
                  <a:cubicBezTo>
                    <a:pt x="1258" y="1243"/>
                    <a:pt x="1258" y="1243"/>
                    <a:pt x="1258" y="1243"/>
                  </a:cubicBezTo>
                  <a:cubicBezTo>
                    <a:pt x="1301" y="1243"/>
                    <a:pt x="1347" y="1210"/>
                    <a:pt x="1362" y="1170"/>
                  </a:cubicBezTo>
                  <a:cubicBezTo>
                    <a:pt x="1554" y="643"/>
                    <a:pt x="1554" y="643"/>
                    <a:pt x="1554" y="643"/>
                  </a:cubicBezTo>
                  <a:cubicBezTo>
                    <a:pt x="1585" y="557"/>
                    <a:pt x="1536" y="487"/>
                    <a:pt x="1444" y="487"/>
                  </a:cubicBezTo>
                  <a:cubicBezTo>
                    <a:pt x="1107" y="487"/>
                    <a:pt x="1107" y="487"/>
                    <a:pt x="1107" y="487"/>
                  </a:cubicBezTo>
                  <a:cubicBezTo>
                    <a:pt x="824" y="1264"/>
                    <a:pt x="824" y="1264"/>
                    <a:pt x="824" y="1264"/>
                  </a:cubicBezTo>
                  <a:cubicBezTo>
                    <a:pt x="824" y="1264"/>
                    <a:pt x="824" y="1264"/>
                    <a:pt x="824" y="1264"/>
                  </a:cubicBezTo>
                  <a:cubicBezTo>
                    <a:pt x="664" y="1705"/>
                    <a:pt x="664" y="1705"/>
                    <a:pt x="664" y="1705"/>
                  </a:cubicBezTo>
                  <a:cubicBezTo>
                    <a:pt x="283" y="1614"/>
                    <a:pt x="0" y="1272"/>
                    <a:pt x="0" y="864"/>
                  </a:cubicBezTo>
                  <a:cubicBezTo>
                    <a:pt x="0" y="468"/>
                    <a:pt x="267" y="134"/>
                    <a:pt x="631" y="32"/>
                  </a:cubicBezTo>
                  <a:cubicBezTo>
                    <a:pt x="465" y="487"/>
                    <a:pt x="465" y="487"/>
                    <a:pt x="465" y="487"/>
                  </a:cubicBezTo>
                  <a:cubicBezTo>
                    <a:pt x="465" y="487"/>
                    <a:pt x="465" y="487"/>
                    <a:pt x="465" y="487"/>
                  </a:cubicBezTo>
                  <a:cubicBezTo>
                    <a:pt x="190" y="1243"/>
                    <a:pt x="190" y="1243"/>
                    <a:pt x="190" y="1243"/>
                  </a:cubicBezTo>
                  <a:cubicBezTo>
                    <a:pt x="373" y="1243"/>
                    <a:pt x="373" y="1243"/>
                    <a:pt x="373" y="1243"/>
                  </a:cubicBezTo>
                  <a:cubicBezTo>
                    <a:pt x="607" y="600"/>
                    <a:pt x="607" y="600"/>
                    <a:pt x="607" y="600"/>
                  </a:cubicBezTo>
                  <a:cubicBezTo>
                    <a:pt x="745" y="600"/>
                    <a:pt x="745" y="600"/>
                    <a:pt x="745" y="600"/>
                  </a:cubicBezTo>
                  <a:cubicBezTo>
                    <a:pt x="511" y="1243"/>
                    <a:pt x="511" y="1243"/>
                    <a:pt x="511" y="1243"/>
                  </a:cubicBezTo>
                  <a:cubicBezTo>
                    <a:pt x="694" y="1243"/>
                    <a:pt x="694" y="1243"/>
                    <a:pt x="694" y="1243"/>
                  </a:cubicBezTo>
                  <a:cubicBezTo>
                    <a:pt x="912" y="643"/>
                    <a:pt x="912" y="643"/>
                    <a:pt x="912" y="643"/>
                  </a:cubicBezTo>
                  <a:cubicBezTo>
                    <a:pt x="943" y="557"/>
                    <a:pt x="894" y="487"/>
                    <a:pt x="802" y="487"/>
                  </a:cubicBezTo>
                  <a:cubicBezTo>
                    <a:pt x="649" y="487"/>
                    <a:pt x="649" y="487"/>
                    <a:pt x="649" y="487"/>
                  </a:cubicBezTo>
                  <a:cubicBezTo>
                    <a:pt x="825" y="1"/>
                    <a:pt x="825" y="1"/>
                    <a:pt x="825" y="1"/>
                  </a:cubicBezTo>
                  <a:cubicBezTo>
                    <a:pt x="838" y="1"/>
                    <a:pt x="851" y="0"/>
                    <a:pt x="864" y="0"/>
                  </a:cubicBezTo>
                  <a:cubicBezTo>
                    <a:pt x="1341" y="0"/>
                    <a:pt x="1728" y="387"/>
                    <a:pt x="1728" y="864"/>
                  </a:cubicBezTo>
                  <a:cubicBezTo>
                    <a:pt x="1728" y="1341"/>
                    <a:pt x="1341" y="1728"/>
                    <a:pt x="864" y="1728"/>
                  </a:cubicBezTo>
                  <a:close/>
                  <a:moveTo>
                    <a:pt x="1387" y="600"/>
                  </a:moveTo>
                  <a:cubicBezTo>
                    <a:pt x="1249" y="600"/>
                    <a:pt x="1249" y="600"/>
                    <a:pt x="1249" y="600"/>
                  </a:cubicBezTo>
                  <a:cubicBezTo>
                    <a:pt x="1057" y="1129"/>
                    <a:pt x="1057" y="1129"/>
                    <a:pt x="1057" y="1129"/>
                  </a:cubicBezTo>
                  <a:cubicBezTo>
                    <a:pt x="1194" y="1129"/>
                    <a:pt x="1194" y="1129"/>
                    <a:pt x="1194" y="1129"/>
                  </a:cubicBezTo>
                  <a:lnTo>
                    <a:pt x="1387" y="6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sz="1799" dirty="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53F2B2E-8B4F-4175-AF8B-49A8D9958086}" type="datetime1">
              <a:rPr lang="en-US" smtClean="0"/>
              <a:t>4/28/2026</a:t>
            </a:fld>
            <a:endParaRPr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HP Confidential</a:t>
            </a:r>
            <a:endParaRPr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DE720E-C72B-42F0-AD69-52D60E3C605E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48035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FC407A-7E99-4D25-ADEB-A8ED3F2F8A34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6166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70464" y="304801"/>
            <a:ext cx="1011936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1"/>
            <a:ext cx="9652000" cy="579120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571FD-9D91-4C92-BE2C-E884190DACE1}" type="datetime1">
              <a:rPr lang="en-US" smtClean="0"/>
              <a:t>4/28/2026</a:t>
            </a:fld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HP Confidential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E720E-C72B-42F0-AD69-52D60E3C605E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7534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ue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 bwMode="black">
          <a:xfrm>
            <a:off x="438915" y="317771"/>
            <a:ext cx="9629803" cy="2675604"/>
          </a:xfrm>
          <a:prstGeom prst="rect">
            <a:avLst/>
          </a:prstGeom>
        </p:spPr>
        <p:txBody>
          <a:bodyPr wrap="square" lIns="0" tIns="0" rIns="0" bIns="0" anchor="t" anchorCtr="0">
            <a:noAutofit/>
          </a:bodyPr>
          <a:lstStyle>
            <a:lvl1pPr algn="l">
              <a:lnSpc>
                <a:spcPct val="90000"/>
              </a:lnSpc>
              <a:defRPr sz="5329" b="1" i="0" spc="-133" baseline="0">
                <a:solidFill>
                  <a:schemeClr val="bg1"/>
                </a:solidFill>
                <a:latin typeface="+mj-lt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</a:t>
            </a:r>
            <a:br>
              <a:rPr lang="en-US" noProof="0" dirty="0"/>
            </a:br>
            <a:r>
              <a:rPr lang="en-US" noProof="0" dirty="0"/>
              <a:t>master </a:t>
            </a:r>
            <a:br>
              <a:rPr lang="en-US" noProof="0" dirty="0"/>
            </a:br>
            <a:r>
              <a:rPr lang="en-US" noProof="0" dirty="0"/>
              <a:t>title style</a:t>
            </a:r>
          </a:p>
        </p:txBody>
      </p:sp>
      <p:pic>
        <p:nvPicPr>
          <p:cNvPr id="7" name="Picture 6" descr="HP_White_RGB_150_SM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invGray">
          <a:xfrm>
            <a:off x="11340287" y="6047232"/>
            <a:ext cx="487648" cy="487648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438916" y="6345071"/>
            <a:ext cx="10683393" cy="304800"/>
          </a:xfrm>
          <a:prstGeom prst="rect">
            <a:avLst/>
          </a:prstGeom>
          <a:noFill/>
        </p:spPr>
        <p:txBody>
          <a:bodyPr wrap="square" lIns="0" rtlCol="0">
            <a:noAutofit/>
          </a:bodyPr>
          <a:lstStyle/>
          <a:p>
            <a:pPr defTabSz="609204">
              <a:defRPr/>
            </a:pPr>
            <a:r>
              <a:rPr lang="en-US" sz="933" dirty="0">
                <a:solidFill>
                  <a:prstClr val="white"/>
                </a:solidFill>
                <a:cs typeface="HP Simplified"/>
              </a:rPr>
              <a:t>© Copyright 2013 Hewlett-Packard Development Company, L.P. The information contained herein is subject to change without notice. HP Restricted.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3692" y="4407148"/>
            <a:ext cx="6864096" cy="86563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398" b="0">
                <a:solidFill>
                  <a:srgbClr val="FFFFFF"/>
                </a:solidFill>
                <a:latin typeface="+mn-lt"/>
                <a:cs typeface="Arial"/>
              </a:defRPr>
            </a:lvl1pPr>
            <a:lvl2pPr marL="609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4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8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2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44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36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6847055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017P5444_300dpi_50pc edited__from MS.jpg"/>
          <p:cNvPicPr>
            <a:picLocks noChangeAspect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5" name="TextBox 7"/>
          <p:cNvSpPr txBox="1">
            <a:spLocks noChangeArrowheads="1"/>
          </p:cNvSpPr>
          <p:nvPr userDrawn="1"/>
        </p:nvSpPr>
        <p:spPr bwMode="auto">
          <a:xfrm>
            <a:off x="351367" y="6214535"/>
            <a:ext cx="4157134" cy="55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defTabSz="60944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933" dirty="0">
                <a:solidFill>
                  <a:prstClr val="black"/>
                </a:solidFill>
                <a:latin typeface="HP Simplified" pitchFamily="34" charset="0"/>
                <a:cs typeface="Arial" pitchFamily="34" charset="0"/>
              </a:rPr>
              <a:t>© Copyright 2012 Hewlett-Packard Development Company, L.P. </a:t>
            </a:r>
            <a:br>
              <a:rPr lang="en-US" sz="933" dirty="0">
                <a:solidFill>
                  <a:prstClr val="black"/>
                </a:solidFill>
                <a:latin typeface="HP Simplified" pitchFamily="34" charset="0"/>
                <a:cs typeface="Arial" pitchFamily="34" charset="0"/>
              </a:rPr>
            </a:br>
            <a:r>
              <a:rPr lang="en-US" sz="933" dirty="0">
                <a:solidFill>
                  <a:prstClr val="black"/>
                </a:solidFill>
                <a:latin typeface="HP Simplified" pitchFamily="34" charset="0"/>
                <a:cs typeface="Arial" pitchFamily="34" charset="0"/>
              </a:rPr>
              <a:t>The information contained herein is subject to change without notice.</a:t>
            </a:r>
          </a:p>
          <a:p>
            <a:pPr defTabSz="609448"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933" dirty="0">
              <a:solidFill>
                <a:prstClr val="black"/>
              </a:solidFill>
              <a:latin typeface="HP Simplified" pitchFamily="34" charset="0"/>
              <a:cs typeface="Arial" pitchFamily="34" charset="0"/>
            </a:endParaRPr>
          </a:p>
        </p:txBody>
      </p:sp>
      <p:pic>
        <p:nvPicPr>
          <p:cNvPr id="6" name="Picture 7" descr="HP_logo_old_NewBlue_LARGE.png"/>
          <p:cNvPicPr>
            <a:picLocks noChangeAspect="1"/>
          </p:cNvPicPr>
          <p:nvPr userDrawn="1"/>
        </p:nvPicPr>
        <p:blipFill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561" y="3090909"/>
            <a:ext cx="3573160" cy="3543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ctrTitle"/>
          </p:nvPr>
        </p:nvSpPr>
        <p:spPr bwMode="black">
          <a:xfrm>
            <a:off x="428773" y="2387976"/>
            <a:ext cx="8475175" cy="730900"/>
          </a:xfrm>
        </p:spPr>
        <p:txBody>
          <a:bodyPr anchor="b">
            <a:noAutofit/>
          </a:bodyPr>
          <a:lstStyle>
            <a:lvl1pPr>
              <a:lnSpc>
                <a:spcPct val="80000"/>
              </a:lnSpc>
              <a:defRPr sz="5400" b="0">
                <a:latin typeface="HP Simplified Light" panose="020B04040202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484360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441962" y="310895"/>
            <a:ext cx="11299201" cy="576072"/>
          </a:xfrm>
        </p:spPr>
        <p:txBody>
          <a:bodyPr/>
          <a:lstStyle/>
          <a:p>
            <a:r>
              <a:rPr 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384681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 title with bulle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black">
          <a:xfrm>
            <a:off x="441963" y="1001854"/>
            <a:ext cx="10822941" cy="369332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397" b="0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  <a:lvl2pPr marL="6090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1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24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63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54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4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35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26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noProof="0" dirty="0"/>
              <a:t>Click to edit master subtitle style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 hasCustomPrompt="1"/>
          </p:nvPr>
        </p:nvSpPr>
        <p:spPr bwMode="black">
          <a:xfrm>
            <a:off x="441963" y="313419"/>
            <a:ext cx="10822941" cy="574516"/>
          </a:xfrm>
        </p:spPr>
        <p:txBody>
          <a:bodyPr wrap="square">
            <a:noAutofit/>
          </a:bodyPr>
          <a:lstStyle>
            <a:lvl1pPr>
              <a:defRPr b="1" i="0">
                <a:solidFill>
                  <a:srgbClr val="000000"/>
                </a:solidFill>
                <a:latin typeface="HP Simplified" pitchFamily="34" charset="0"/>
                <a:cs typeface="HP Simplified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438913" y="1584962"/>
            <a:ext cx="10826496" cy="4305300"/>
          </a:xfrm>
        </p:spPr>
        <p:txBody>
          <a:bodyPr wrap="square">
            <a:noAutofit/>
          </a:bodyPr>
          <a:lstStyle>
            <a:lvl1pPr marL="228405" indent="-228405">
              <a:buFont typeface="HP Simplified" pitchFamily="34" charset="0"/>
              <a:buChar char="•"/>
              <a:defRPr sz="1864" b="0">
                <a:solidFill>
                  <a:schemeClr val="tx1"/>
                </a:solidFill>
              </a:defRPr>
            </a:lvl1pPr>
            <a:lvl2pPr marL="456812" indent="-228405">
              <a:buSzPct val="80000"/>
              <a:buFont typeface="HP Simplified" pitchFamily="34" charset="0"/>
              <a:buChar char="–"/>
              <a:defRPr sz="1864">
                <a:solidFill>
                  <a:srgbClr val="000000"/>
                </a:solidFill>
              </a:defRPr>
            </a:lvl2pPr>
            <a:lvl3pPr marL="683103" indent="-226291">
              <a:defRPr sz="1864">
                <a:solidFill>
                  <a:srgbClr val="000000"/>
                </a:solidFill>
              </a:defRPr>
            </a:lvl3pPr>
            <a:lvl4pPr marL="919968" indent="-241096">
              <a:defRPr sz="1864">
                <a:solidFill>
                  <a:srgbClr val="000000"/>
                </a:solidFill>
              </a:defRPr>
            </a:lvl4pPr>
            <a:lvl5pPr marL="1110307" indent="-200914">
              <a:defRPr sz="1864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24257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9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1.xml"/><Relationship Id="rId15" Type="http://schemas.openxmlformats.org/officeDocument/2006/relationships/slideLayout" Target="../slideLayouts/slideLayout42.xml"/><Relationship Id="rId16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49.xml"/><Relationship Id="rId23" Type="http://schemas.openxmlformats.org/officeDocument/2006/relationships/slideLayout" Target="../slideLayouts/slideLayout50.xml"/><Relationship Id="rId24" Type="http://schemas.openxmlformats.org/officeDocument/2006/relationships/slideLayout" Target="../slideLayouts/slideLayout51.xml"/><Relationship Id="rId25" Type="http://schemas.openxmlformats.org/officeDocument/2006/relationships/slideLayout" Target="../slideLayouts/slideLayout52.xml"/><Relationship Id="rId26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56.xml"/><Relationship Id="rId30" Type="http://schemas.openxmlformats.org/officeDocument/2006/relationships/slideLayout" Target="../slideLayouts/slideLayout57.xml"/><Relationship Id="rId31" Type="http://schemas.openxmlformats.org/officeDocument/2006/relationships/slideLayout" Target="../slideLayouts/slideLayout58.xml"/><Relationship Id="rId32" Type="http://schemas.openxmlformats.org/officeDocument/2006/relationships/slideLayout" Target="../slideLayouts/slideLayout59.xml"/><Relationship Id="rId33" Type="http://schemas.openxmlformats.org/officeDocument/2006/relationships/slideLayout" Target="../slideLayouts/slideLayout60.xml"/><Relationship Id="rId34" Type="http://schemas.openxmlformats.org/officeDocument/2006/relationships/slideLayout" Target="../slideLayouts/slideLayout61.xml"/><Relationship Id="rId35" Type="http://schemas.openxmlformats.org/officeDocument/2006/relationships/slideLayout" Target="../slideLayouts/slideLayout62.xml"/><Relationship Id="rId3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10972801" cy="76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1"/>
            <a:ext cx="10972801" cy="4800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83201" y="6478524"/>
            <a:ext cx="8128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7FE49BD8-2C31-4F02-8681-7DFD43116625}" type="datetime1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4/28/2026</a:t>
            </a:fld>
            <a:endParaRPr lang="en-US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478524"/>
            <a:ext cx="4573191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 dirty="0" err="1">
                <a:solidFill>
                  <a:srgbClr val="E5E8E8">
                    <a:lumMod val="75000"/>
                  </a:srgbClr>
                </a:solidFill>
              </a:rPr>
              <a:t>HPConfidential</a:t>
            </a:r>
            <a:endParaRPr lang="en-US" dirty="0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1667" y="6478524"/>
            <a:ext cx="3048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0DE720E-C72B-42F0-AD69-52D60E3C605E}" type="slidenum">
              <a:rPr lang="en-US" smtClean="0">
                <a:solidFill>
                  <a:srgbClr val="E5E8E8">
                    <a:lumMod val="75000"/>
                  </a:srgbClr>
                </a:solidFill>
              </a:rPr>
              <a:pPr/>
              <a:t>‹#›</a:t>
            </a:fld>
            <a:endParaRPr lang="en-US">
              <a:solidFill>
                <a:srgbClr val="E5E8E8">
                  <a:lumMod val="75000"/>
                </a:srgbClr>
              </a:solidFill>
            </a:endParaRPr>
          </a:p>
        </p:txBody>
      </p:sp>
      <p:sp>
        <p:nvSpPr>
          <p:cNvPr id="11" name="logo"/>
          <p:cNvSpPr>
            <a:spLocks noChangeAspect="1" noEditPoints="1"/>
          </p:cNvSpPr>
          <p:nvPr userDrawn="1"/>
        </p:nvSpPr>
        <p:spPr bwMode="black">
          <a:xfrm>
            <a:off x="11589758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sz="180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2518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Font typeface="HP Simplified" panose="020B0604020204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86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56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13716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1" y="304800"/>
            <a:ext cx="10972801" cy="76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1" y="1295401"/>
            <a:ext cx="10972801" cy="48006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283201" y="6478524"/>
            <a:ext cx="8128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0CB4A3F-1D0B-4109-8F06-C32BE80783E0}" type="datetime1">
              <a:rPr lang="en-US" smtClean="0"/>
              <a:t>4/28/2026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78524"/>
            <a:ext cx="4573191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r>
              <a:rPr lang="en-US"/>
              <a:t>HP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1668" y="6478524"/>
            <a:ext cx="304800" cy="219456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r">
              <a:defRPr sz="700">
                <a:solidFill>
                  <a:schemeClr val="bg2">
                    <a:lumMod val="75000"/>
                  </a:schemeClr>
                </a:solidFill>
              </a:defRPr>
            </a:lvl1pPr>
          </a:lstStyle>
          <a:p>
            <a:fld id="{00DE720E-C72B-42F0-AD69-52D60E3C605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logo"/>
          <p:cNvSpPr>
            <a:spLocks noChangeAspect="1" noEditPoints="1"/>
          </p:cNvSpPr>
          <p:nvPr userDrawn="1"/>
        </p:nvSpPr>
        <p:spPr bwMode="black">
          <a:xfrm>
            <a:off x="11589758" y="6321203"/>
            <a:ext cx="356709" cy="356616"/>
          </a:xfrm>
          <a:custGeom>
            <a:avLst/>
            <a:gdLst>
              <a:gd name="T0" fmla="*/ 864 w 1728"/>
              <a:gd name="T1" fmla="*/ 1728 h 1728"/>
              <a:gd name="T2" fmla="*/ 838 w 1728"/>
              <a:gd name="T3" fmla="*/ 1728 h 1728"/>
              <a:gd name="T4" fmla="*/ 1015 w 1728"/>
              <a:gd name="T5" fmla="*/ 1243 h 1728"/>
              <a:gd name="T6" fmla="*/ 1258 w 1728"/>
              <a:gd name="T7" fmla="*/ 1243 h 1728"/>
              <a:gd name="T8" fmla="*/ 1362 w 1728"/>
              <a:gd name="T9" fmla="*/ 1170 h 1728"/>
              <a:gd name="T10" fmla="*/ 1554 w 1728"/>
              <a:gd name="T11" fmla="*/ 643 h 1728"/>
              <a:gd name="T12" fmla="*/ 1444 w 1728"/>
              <a:gd name="T13" fmla="*/ 487 h 1728"/>
              <a:gd name="T14" fmla="*/ 1107 w 1728"/>
              <a:gd name="T15" fmla="*/ 487 h 1728"/>
              <a:gd name="T16" fmla="*/ 824 w 1728"/>
              <a:gd name="T17" fmla="*/ 1264 h 1728"/>
              <a:gd name="T18" fmla="*/ 824 w 1728"/>
              <a:gd name="T19" fmla="*/ 1264 h 1728"/>
              <a:gd name="T20" fmla="*/ 664 w 1728"/>
              <a:gd name="T21" fmla="*/ 1705 h 1728"/>
              <a:gd name="T22" fmla="*/ 0 w 1728"/>
              <a:gd name="T23" fmla="*/ 864 h 1728"/>
              <a:gd name="T24" fmla="*/ 631 w 1728"/>
              <a:gd name="T25" fmla="*/ 32 h 1728"/>
              <a:gd name="T26" fmla="*/ 465 w 1728"/>
              <a:gd name="T27" fmla="*/ 487 h 1728"/>
              <a:gd name="T28" fmla="*/ 465 w 1728"/>
              <a:gd name="T29" fmla="*/ 487 h 1728"/>
              <a:gd name="T30" fmla="*/ 190 w 1728"/>
              <a:gd name="T31" fmla="*/ 1243 h 1728"/>
              <a:gd name="T32" fmla="*/ 373 w 1728"/>
              <a:gd name="T33" fmla="*/ 1243 h 1728"/>
              <a:gd name="T34" fmla="*/ 607 w 1728"/>
              <a:gd name="T35" fmla="*/ 600 h 1728"/>
              <a:gd name="T36" fmla="*/ 745 w 1728"/>
              <a:gd name="T37" fmla="*/ 600 h 1728"/>
              <a:gd name="T38" fmla="*/ 511 w 1728"/>
              <a:gd name="T39" fmla="*/ 1243 h 1728"/>
              <a:gd name="T40" fmla="*/ 694 w 1728"/>
              <a:gd name="T41" fmla="*/ 1243 h 1728"/>
              <a:gd name="T42" fmla="*/ 912 w 1728"/>
              <a:gd name="T43" fmla="*/ 643 h 1728"/>
              <a:gd name="T44" fmla="*/ 802 w 1728"/>
              <a:gd name="T45" fmla="*/ 487 h 1728"/>
              <a:gd name="T46" fmla="*/ 649 w 1728"/>
              <a:gd name="T47" fmla="*/ 487 h 1728"/>
              <a:gd name="T48" fmla="*/ 825 w 1728"/>
              <a:gd name="T49" fmla="*/ 1 h 1728"/>
              <a:gd name="T50" fmla="*/ 864 w 1728"/>
              <a:gd name="T51" fmla="*/ 0 h 1728"/>
              <a:gd name="T52" fmla="*/ 1728 w 1728"/>
              <a:gd name="T53" fmla="*/ 864 h 1728"/>
              <a:gd name="T54" fmla="*/ 864 w 1728"/>
              <a:gd name="T55" fmla="*/ 1728 h 1728"/>
              <a:gd name="T56" fmla="*/ 1387 w 1728"/>
              <a:gd name="T57" fmla="*/ 600 h 1728"/>
              <a:gd name="T58" fmla="*/ 1249 w 1728"/>
              <a:gd name="T59" fmla="*/ 600 h 1728"/>
              <a:gd name="T60" fmla="*/ 1057 w 1728"/>
              <a:gd name="T61" fmla="*/ 1129 h 1728"/>
              <a:gd name="T62" fmla="*/ 1194 w 1728"/>
              <a:gd name="T63" fmla="*/ 1129 h 1728"/>
              <a:gd name="T64" fmla="*/ 1387 w 1728"/>
              <a:gd name="T65" fmla="*/ 600 h 17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728" h="1728">
                <a:moveTo>
                  <a:pt x="864" y="1728"/>
                </a:moveTo>
                <a:cubicBezTo>
                  <a:pt x="856" y="1728"/>
                  <a:pt x="847" y="1728"/>
                  <a:pt x="838" y="1728"/>
                </a:cubicBezTo>
                <a:cubicBezTo>
                  <a:pt x="1015" y="1243"/>
                  <a:pt x="1015" y="1243"/>
                  <a:pt x="1015" y="1243"/>
                </a:cubicBezTo>
                <a:cubicBezTo>
                  <a:pt x="1258" y="1243"/>
                  <a:pt x="1258" y="1243"/>
                  <a:pt x="1258" y="1243"/>
                </a:cubicBezTo>
                <a:cubicBezTo>
                  <a:pt x="1301" y="1243"/>
                  <a:pt x="1347" y="1210"/>
                  <a:pt x="1362" y="1170"/>
                </a:cubicBezTo>
                <a:cubicBezTo>
                  <a:pt x="1554" y="643"/>
                  <a:pt x="1554" y="643"/>
                  <a:pt x="1554" y="643"/>
                </a:cubicBezTo>
                <a:cubicBezTo>
                  <a:pt x="1585" y="557"/>
                  <a:pt x="1536" y="487"/>
                  <a:pt x="1444" y="487"/>
                </a:cubicBezTo>
                <a:cubicBezTo>
                  <a:pt x="1107" y="487"/>
                  <a:pt x="1107" y="487"/>
                  <a:pt x="1107" y="487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824" y="1264"/>
                  <a:pt x="824" y="1264"/>
                  <a:pt x="824" y="1264"/>
                </a:cubicBezTo>
                <a:cubicBezTo>
                  <a:pt x="664" y="1705"/>
                  <a:pt x="664" y="1705"/>
                  <a:pt x="664" y="1705"/>
                </a:cubicBezTo>
                <a:cubicBezTo>
                  <a:pt x="283" y="1614"/>
                  <a:pt x="0" y="1272"/>
                  <a:pt x="0" y="864"/>
                </a:cubicBezTo>
                <a:cubicBezTo>
                  <a:pt x="0" y="468"/>
                  <a:pt x="267" y="134"/>
                  <a:pt x="631" y="32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465" y="487"/>
                  <a:pt x="465" y="487"/>
                  <a:pt x="465" y="487"/>
                </a:cubicBezTo>
                <a:cubicBezTo>
                  <a:pt x="190" y="1243"/>
                  <a:pt x="190" y="1243"/>
                  <a:pt x="190" y="1243"/>
                </a:cubicBezTo>
                <a:cubicBezTo>
                  <a:pt x="373" y="1243"/>
                  <a:pt x="373" y="1243"/>
                  <a:pt x="373" y="1243"/>
                </a:cubicBezTo>
                <a:cubicBezTo>
                  <a:pt x="607" y="600"/>
                  <a:pt x="607" y="600"/>
                  <a:pt x="607" y="600"/>
                </a:cubicBezTo>
                <a:cubicBezTo>
                  <a:pt x="745" y="600"/>
                  <a:pt x="745" y="600"/>
                  <a:pt x="745" y="600"/>
                </a:cubicBezTo>
                <a:cubicBezTo>
                  <a:pt x="511" y="1243"/>
                  <a:pt x="511" y="1243"/>
                  <a:pt x="511" y="1243"/>
                </a:cubicBezTo>
                <a:cubicBezTo>
                  <a:pt x="694" y="1243"/>
                  <a:pt x="694" y="1243"/>
                  <a:pt x="694" y="1243"/>
                </a:cubicBezTo>
                <a:cubicBezTo>
                  <a:pt x="912" y="643"/>
                  <a:pt x="912" y="643"/>
                  <a:pt x="912" y="643"/>
                </a:cubicBezTo>
                <a:cubicBezTo>
                  <a:pt x="943" y="557"/>
                  <a:pt x="894" y="487"/>
                  <a:pt x="802" y="487"/>
                </a:cubicBezTo>
                <a:cubicBezTo>
                  <a:pt x="649" y="487"/>
                  <a:pt x="649" y="487"/>
                  <a:pt x="649" y="487"/>
                </a:cubicBezTo>
                <a:cubicBezTo>
                  <a:pt x="825" y="1"/>
                  <a:pt x="825" y="1"/>
                  <a:pt x="825" y="1"/>
                </a:cubicBezTo>
                <a:cubicBezTo>
                  <a:pt x="838" y="1"/>
                  <a:pt x="851" y="0"/>
                  <a:pt x="864" y="0"/>
                </a:cubicBezTo>
                <a:cubicBezTo>
                  <a:pt x="1341" y="0"/>
                  <a:pt x="1728" y="387"/>
                  <a:pt x="1728" y="864"/>
                </a:cubicBezTo>
                <a:cubicBezTo>
                  <a:pt x="1728" y="1341"/>
                  <a:pt x="1341" y="1728"/>
                  <a:pt x="864" y="1728"/>
                </a:cubicBezTo>
                <a:close/>
                <a:moveTo>
                  <a:pt x="1387" y="600"/>
                </a:moveTo>
                <a:cubicBezTo>
                  <a:pt x="1249" y="600"/>
                  <a:pt x="1249" y="600"/>
                  <a:pt x="1249" y="600"/>
                </a:cubicBezTo>
                <a:cubicBezTo>
                  <a:pt x="1057" y="1129"/>
                  <a:pt x="1057" y="1129"/>
                  <a:pt x="1057" y="1129"/>
                </a:cubicBezTo>
                <a:cubicBezTo>
                  <a:pt x="1194" y="1129"/>
                  <a:pt x="1194" y="1129"/>
                  <a:pt x="1194" y="1129"/>
                </a:cubicBezTo>
                <a:lnTo>
                  <a:pt x="1387" y="6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16" tIns="45708" rIns="91416" bIns="45708" numCol="1" anchor="t" anchorCtr="0" compatLnSpc="1">
            <a:prstTxWarp prst="textNoShape">
              <a:avLst/>
            </a:prstTxWarp>
          </a:bodyPr>
          <a:lstStyle/>
          <a:p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465700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  <p:sldLayoutId id="2147483716" r:id="rId28"/>
    <p:sldLayoutId id="2147483717" r:id="rId29"/>
    <p:sldLayoutId id="2147483718" r:id="rId30"/>
    <p:sldLayoutId id="2147483719" r:id="rId31"/>
    <p:sldLayoutId id="2147483720" r:id="rId32"/>
    <p:sldLayoutId id="2147483721" r:id="rId33"/>
    <p:sldLayoutId id="2147483722" r:id="rId34"/>
    <p:sldLayoutId id="2147483723" r:id="rId3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algn="l" defTabSz="914126" rtl="0" eaLnBrk="1" latinLnBrk="0" hangingPunct="1">
        <a:lnSpc>
          <a:spcPct val="90000"/>
        </a:lnSpc>
        <a:spcBef>
          <a:spcPct val="0"/>
        </a:spcBef>
        <a:buNone/>
        <a:defRPr sz="2799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25" indent="-182825" algn="l" defTabSz="914126" rtl="0" eaLnBrk="1" latinLnBrk="0" hangingPunct="1">
        <a:lnSpc>
          <a:spcPct val="90000"/>
        </a:lnSpc>
        <a:spcBef>
          <a:spcPts val="1200"/>
        </a:spcBef>
        <a:buClr>
          <a:schemeClr val="tx1"/>
        </a:buClr>
        <a:buFont typeface="HP Simplified" panose="020B0604020204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11357" indent="-182825" algn="l" defTabSz="914126" rtl="0" eaLnBrk="1" latinLnBrk="0" hangingPunct="1">
        <a:lnSpc>
          <a:spcPct val="90000"/>
        </a:lnSpc>
        <a:spcBef>
          <a:spcPts val="8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548475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31301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8419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051245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88363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71189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HP Simplified" panose="020B0604020204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554014" indent="-137119" algn="l" defTabSz="914126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Font typeface="HP Simplified" panose="020B0604020204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1_HP Standard 16x9 v4">
  <a:themeElements>
    <a:clrScheme name="HP">
      <a:dk1>
        <a:sysClr val="windowText" lastClr="000000"/>
      </a:dk1>
      <a:lt1>
        <a:sysClr val="window" lastClr="FFFFFF"/>
      </a:lt1>
      <a:dk2>
        <a:srgbClr val="535455"/>
      </a:dk2>
      <a:lt2>
        <a:srgbClr val="E5E8E8"/>
      </a:lt2>
      <a:accent1>
        <a:srgbClr val="0096D6"/>
      </a:accent1>
      <a:accent2>
        <a:srgbClr val="6B3A97"/>
      </a:accent2>
      <a:accent3>
        <a:srgbClr val="87898B"/>
      </a:accent3>
      <a:accent4>
        <a:srgbClr val="99D5EF"/>
      </a:accent4>
      <a:accent5>
        <a:srgbClr val="B49CCA"/>
      </a:accent5>
      <a:accent6>
        <a:srgbClr val="B9B8BB"/>
      </a:accent6>
      <a:hlink>
        <a:srgbClr val="0096D6"/>
      </a:hlink>
      <a:folHlink>
        <a:srgbClr val="87898B"/>
      </a:folHlink>
    </a:clrScheme>
    <a:fontScheme name="HP Simplified Light">
      <a:majorFont>
        <a:latin typeface="HP Simplified Light"/>
        <a:ea typeface=""/>
        <a:cs typeface=""/>
      </a:majorFont>
      <a:minorFont>
        <a:latin typeface="HP Simplifi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solidFill>
            <a:schemeClr val="accent1"/>
          </a:solidFill>
          <a:miter lim="800000"/>
        </a:ln>
      </a:spPr>
      <a:bodyPr rtlCol="0" anchor="ctr"/>
      <a:lstStyle>
        <a:defPPr algn="ctr">
          <a:lnSpc>
            <a:spcPct val="90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custClrLst>
    <a:custClr name="65% HP blue">
      <a:srgbClr val="59BBE4"/>
    </a:custClr>
    <a:custClr name="15% HP blue">
      <a:srgbClr val="D9EFF9"/>
    </a:custClr>
    <a:custClr name="Red">
      <a:srgbClr val="C03854"/>
    </a:custClr>
    <a:custClr name="75% Red">
      <a:srgbClr val="D06A7F"/>
    </a:custClr>
    <a:custClr name="50% Red">
      <a:srgbClr val="DF9BA9"/>
    </a:custClr>
    <a:custClr name="25% Red">
      <a:srgbClr val="EECCD3"/>
    </a:custClr>
    <a:custClr name="Orange">
      <a:srgbClr val="E98233"/>
    </a:custClr>
    <a:custClr name="75% Orange">
      <a:srgbClr val="EEA166"/>
    </a:custClr>
    <a:custClr name="50% Orange">
      <a:srgbClr val="F3C098"/>
    </a:custClr>
    <a:custClr name="25% Orange">
      <a:srgbClr val="F9DFCB"/>
    </a:custClr>
  </a:custClrLst>
  <a:extLst>
    <a:ext uri="{05A4C25C-085E-4340-85A3-A5531E510DB2}">
      <thm15:themeFamily xmlns:thm15="http://schemas.microsoft.com/office/thememl/2012/main" name="HP_PPT_Standard_16x9_EN.potx" id="{83543316-27DC-4B38-8577-15E8264E735A}" vid="{1967313E-189D-4857-9232-948B1ABB634F}"/>
    </a:ext>
  </a:extLst>
</a:theme>
</file>

<file path=ppt/theme/theme2.xml><?xml version="1.0" encoding="utf-8"?>
<a:theme xmlns:a="http://schemas.openxmlformats.org/drawingml/2006/main" name="2_HP Standard 16x9 v4">
  <a:themeElements>
    <a:clrScheme name="HP">
      <a:dk1>
        <a:sysClr val="windowText" lastClr="000000"/>
      </a:dk1>
      <a:lt1>
        <a:sysClr val="window" lastClr="FFFFFF"/>
      </a:lt1>
      <a:dk2>
        <a:srgbClr val="535455"/>
      </a:dk2>
      <a:lt2>
        <a:srgbClr val="E5E8E8"/>
      </a:lt2>
      <a:accent1>
        <a:srgbClr val="0096D6"/>
      </a:accent1>
      <a:accent2>
        <a:srgbClr val="6B3A97"/>
      </a:accent2>
      <a:accent3>
        <a:srgbClr val="87898B"/>
      </a:accent3>
      <a:accent4>
        <a:srgbClr val="99D5EF"/>
      </a:accent4>
      <a:accent5>
        <a:srgbClr val="B49CCA"/>
      </a:accent5>
      <a:accent6>
        <a:srgbClr val="B9B8BB"/>
      </a:accent6>
      <a:hlink>
        <a:srgbClr val="0096D6"/>
      </a:hlink>
      <a:folHlink>
        <a:srgbClr val="87898B"/>
      </a:folHlink>
    </a:clrScheme>
    <a:fontScheme name="HP Simplified Light">
      <a:majorFont>
        <a:latin typeface="HP Simplified Light"/>
        <a:ea typeface=""/>
        <a:cs typeface=""/>
      </a:majorFont>
      <a:minorFont>
        <a:latin typeface="HP Simplifi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9050">
          <a:solidFill>
            <a:schemeClr val="accent1"/>
          </a:solidFill>
          <a:miter lim="800000"/>
        </a:ln>
      </a:spPr>
      <a:bodyPr rtlCol="0" anchor="ctr"/>
      <a:lstStyle>
        <a:defPPr algn="ctr">
          <a:lnSpc>
            <a:spcPct val="90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miter lim="800000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ct val="90000"/>
          </a:lnSpc>
          <a:defRPr dirty="0" err="1" smtClean="0"/>
        </a:defPPr>
      </a:lstStyle>
    </a:txDef>
  </a:objectDefaults>
  <a:extraClrSchemeLst/>
  <a:custClrLst>
    <a:custClr name="65% HP blue">
      <a:srgbClr val="59BBE4"/>
    </a:custClr>
    <a:custClr name="15% HP blue">
      <a:srgbClr val="D9EFF9"/>
    </a:custClr>
    <a:custClr name="Red">
      <a:srgbClr val="C03854"/>
    </a:custClr>
    <a:custClr name="75% Red">
      <a:srgbClr val="D06A7F"/>
    </a:custClr>
    <a:custClr name="50% Red">
      <a:srgbClr val="DF9BA9"/>
    </a:custClr>
    <a:custClr name="25% Red">
      <a:srgbClr val="EECCD3"/>
    </a:custClr>
    <a:custClr name="Orange">
      <a:srgbClr val="E98233"/>
    </a:custClr>
    <a:custClr name="75% Orange">
      <a:srgbClr val="EEA166"/>
    </a:custClr>
    <a:custClr name="50% Orange">
      <a:srgbClr val="F3C098"/>
    </a:custClr>
    <a:custClr name="25% Orange">
      <a:srgbClr val="F9DFCB"/>
    </a:custClr>
  </a:custClrLst>
  <a:extLst>
    <a:ext uri="{05A4C25C-085E-4340-85A3-A5531E510DB2}">
      <thm15:themeFamily xmlns:thm15="http://schemas.microsoft.com/office/thememl/2012/main" name="Presentation6" id="{9760939A-D461-4828-BB05-EF6C0B4953B0}" vid="{07A4197E-1467-4685-B976-53B15E6BC636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7fb4f8-1e62-43cf-ba22-9de2af6160e1">
      <Terms xmlns="http://schemas.microsoft.com/office/infopath/2007/PartnerControls"/>
    </lcf76f155ced4ddcb4097134ff3c332f>
    <TaxCatchAll xmlns="9b8b387b-9776-4e6e-ac0d-7c62def6683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FFD5ED8E4C48348865D3F30BC7C47BF" ma:contentTypeVersion="11" ma:contentTypeDescription="Create a new document." ma:contentTypeScope="" ma:versionID="ac5df4337665f774deb88dc668e98b97">
  <xsd:schema xmlns:xsd="http://www.w3.org/2001/XMLSchema" xmlns:xs="http://www.w3.org/2001/XMLSchema" xmlns:p="http://schemas.microsoft.com/office/2006/metadata/properties" xmlns:ns2="187fb4f8-1e62-43cf-ba22-9de2af6160e1" xmlns:ns3="9b8b387b-9776-4e6e-ac0d-7c62def6683b" targetNamespace="http://schemas.microsoft.com/office/2006/metadata/properties" ma:root="true" ma:fieldsID="f8a58f3bf8ae3a4c684dab86be618264" ns2:_="" ns3:_="">
    <xsd:import namespace="187fb4f8-1e62-43cf-ba22-9de2af6160e1"/>
    <xsd:import namespace="9b8b387b-9776-4e6e-ac0d-7c62def668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7fb4f8-1e62-43cf-ba22-9de2af6160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97f403b-2b63-43ad-9c62-fa967f2a15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8b387b-9776-4e6e-ac0d-7c62def6683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5a3d82a-f1fe-4389-a16c-ffc8f66f957d}" ma:internalName="TaxCatchAll" ma:showField="CatchAllData" ma:web="9b8b387b-9776-4e6e-ac0d-7c62def668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FA699FD-70EB-4835-B52E-54DC790D2D6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CE8374-79F7-4653-8148-24C7D7CD32E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5A07F13-FC56-4DB2-8094-C1BDC1630B5B}"/>
</file>

<file path=docProps/app.xml><?xml version="1.0" encoding="utf-8"?>
<Properties xmlns="http://schemas.openxmlformats.org/officeDocument/2006/extended-properties" xmlns:vt="http://schemas.openxmlformats.org/officeDocument/2006/docPropsVTypes">
  <TotalTime>1744</TotalTime>
  <Words>544</Words>
  <Application>Microsoft Office PowerPoint</Application>
  <PresentationFormat>Widescreen</PresentationFormat>
  <Paragraphs>145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Calibri</vt:lpstr>
      <vt:lpstr>HP Simplified</vt:lpstr>
      <vt:lpstr>HP Simplified Light</vt:lpstr>
      <vt:lpstr>Wingdings</vt:lpstr>
      <vt:lpstr>1_HP Standard 16x9 v4</vt:lpstr>
      <vt:lpstr>2_HP Standard 16x9 v4</vt:lpstr>
      <vt:lpstr>&lt;&lt;Project Name: PORID ##&gt;&gt; Architecture Point of View</vt:lpstr>
      <vt:lpstr>Systems &amp; Infrastructure | Architecture Strategy</vt:lpstr>
      <vt:lpstr>Systems &amp; Infrastructure | Primary Architecture Actions</vt:lpstr>
      <vt:lpstr>Systems &amp; Infrastructure | Sequence Diagram </vt:lpstr>
      <vt:lpstr>Systems &amp; Infrastructure | Technical Specifications </vt:lpstr>
      <vt:lpstr>Systems &amp; Infrastructure | Technical Dependencies</vt:lpstr>
      <vt:lpstr>Systems &amp; Infrastructure | Reference Links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&amp; Infrastructure | Assessment &amp; Design Strategy</dc:title>
  <dc:subject>Anikesh Verulkar</dc:subject>
  <dc:creator>anikesh verulkar</dc:creator>
  <cp:lastModifiedBy>Verulkar, Anikesh</cp:lastModifiedBy>
  <cp:revision>10</cp:revision>
  <dcterms:created xsi:type="dcterms:W3CDTF">2019-12-09T15:08:06Z</dcterms:created>
  <dcterms:modified xsi:type="dcterms:W3CDTF">2026-04-28T06:34:51Z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0x010100CFFD5ED8E4C48348865D3F30BC7C47BF</vt:lpwstr>
  </property>
  <property fmtid="{D5CDD505-2E9C-101B-9397-08002B2CF9AE}" pid="3" name="MediaServiceImageTags">
    <vt:lpwstr/>
  </property>
</Properties>
</file>